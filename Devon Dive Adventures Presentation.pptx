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F2FEFE-D2E8-36FE-9385-9E95D1A575F3}" v="309" dt="2025-04-26T20:45:15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Devon Dive Adventures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7E613-4389-91CF-4FEC-C4CAF78F3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dirty="0">
                <a:solidFill>
                  <a:schemeClr val="bg1"/>
                </a:solidFill>
              </a:rPr>
              <a:t>Requirements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83917-235D-48E0-73CB-98F1B7E78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0879" y="1423059"/>
            <a:ext cx="8330241" cy="94390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GB" sz="3600" u="sng" dirty="0">
                <a:solidFill>
                  <a:schemeClr val="bg1"/>
                </a:solidFill>
              </a:rPr>
              <a:t>The brief explained that the website should:</a:t>
            </a:r>
            <a:r>
              <a:rPr lang="en-GB" u="sng" dirty="0">
                <a:solidFill>
                  <a:schemeClr val="bg1"/>
                </a:solidFill>
              </a:rPr>
              <a:t> </a:t>
            </a:r>
            <a:endParaRPr lang="en-US" u="sng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52086B-7C5C-641B-7868-7F1D16FE8108}"/>
              </a:ext>
            </a:extLst>
          </p:cNvPr>
          <p:cNvSpPr txBox="1"/>
          <p:nvPr/>
        </p:nvSpPr>
        <p:spPr>
          <a:xfrm>
            <a:off x="78493" y="3270267"/>
            <a:ext cx="6021236" cy="14248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GB" sz="3200" b="1" u="sng" dirty="0">
                <a:solidFill>
                  <a:schemeClr val="bg1"/>
                </a:solidFill>
              </a:rPr>
              <a:t>Inform the potential customers of Devon Dive Adventures activities available</a:t>
            </a:r>
            <a:endParaRPr lang="en-US" sz="3200" b="1" u="sng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FC0E4A-5DF8-ADDD-D38B-E727175CFC11}"/>
              </a:ext>
            </a:extLst>
          </p:cNvPr>
          <p:cNvSpPr txBox="1"/>
          <p:nvPr/>
        </p:nvSpPr>
        <p:spPr>
          <a:xfrm>
            <a:off x="6104626" y="2999116"/>
            <a:ext cx="5661803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dirty="0">
                <a:solidFill>
                  <a:schemeClr val="bg1">
                    <a:lumMod val="76000"/>
                  </a:schemeClr>
                </a:solidFill>
                <a:cs typeface="Segoe UI"/>
              </a:rPr>
              <a:t>One way of doing this is by including simple details of the activities to hook their interest on the home page</a:t>
            </a:r>
          </a:p>
        </p:txBody>
      </p:sp>
    </p:spTree>
    <p:extLst>
      <p:ext uri="{BB962C8B-B14F-4D97-AF65-F5344CB8AC3E}">
        <p14:creationId xmlns:p14="http://schemas.microsoft.com/office/powerpoint/2010/main" val="275233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EECDF-CE99-AC21-A89A-0CBFF2B29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CEFF9-B9D9-E857-370D-C949A5074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dirty="0">
                <a:solidFill>
                  <a:schemeClr val="bg1"/>
                </a:solidFill>
              </a:rPr>
              <a:t>Requirements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209AF-90FC-98E7-4AF9-39CF7B01C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0879" y="1423059"/>
            <a:ext cx="8330241" cy="94390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GB" sz="3600" u="sng" dirty="0">
                <a:solidFill>
                  <a:schemeClr val="bg1"/>
                </a:solidFill>
              </a:rPr>
              <a:t>The brief explained that the website should:</a:t>
            </a:r>
            <a:r>
              <a:rPr lang="en-GB" u="sng" dirty="0">
                <a:solidFill>
                  <a:schemeClr val="bg1"/>
                </a:solidFill>
              </a:rPr>
              <a:t> </a:t>
            </a:r>
            <a:endParaRPr lang="en-US" u="sng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B0620D-C4F6-7ECA-B23B-EB78F28ED6F9}"/>
              </a:ext>
            </a:extLst>
          </p:cNvPr>
          <p:cNvSpPr txBox="1"/>
          <p:nvPr/>
        </p:nvSpPr>
        <p:spPr>
          <a:xfrm>
            <a:off x="78493" y="3270267"/>
            <a:ext cx="6021236" cy="12582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GB" sz="2800" dirty="0">
                <a:solidFill>
                  <a:schemeClr val="bg1">
                    <a:lumMod val="76000"/>
                  </a:schemeClr>
                </a:solidFill>
              </a:rPr>
              <a:t>inform the potential customers of Devon Dive Adventures activities available</a:t>
            </a:r>
            <a:endParaRPr lang="en-US" dirty="0">
              <a:solidFill>
                <a:schemeClr val="bg1">
                  <a:lumMod val="76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668AC1-F876-B589-200B-D25D80FAA6DD}"/>
              </a:ext>
            </a:extLst>
          </p:cNvPr>
          <p:cNvSpPr txBox="1"/>
          <p:nvPr/>
        </p:nvSpPr>
        <p:spPr>
          <a:xfrm>
            <a:off x="6104626" y="2999116"/>
            <a:ext cx="5661803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600" b="1" u="sng" dirty="0">
                <a:solidFill>
                  <a:srgbClr val="FFFFFF"/>
                </a:solidFill>
                <a:cs typeface="Segoe UI"/>
              </a:rPr>
              <a:t>One way of doing this is by including simple details of the activities to hook their interest on the home page</a:t>
            </a:r>
          </a:p>
        </p:txBody>
      </p:sp>
    </p:spTree>
    <p:extLst>
      <p:ext uri="{BB962C8B-B14F-4D97-AF65-F5344CB8AC3E}">
        <p14:creationId xmlns:p14="http://schemas.microsoft.com/office/powerpoint/2010/main" val="505701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1AC4F-7910-7B15-9B7B-786CA5036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58031-92E6-B795-491F-560966A81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dirty="0">
                <a:solidFill>
                  <a:schemeClr val="bg1"/>
                </a:solidFill>
              </a:rPr>
              <a:t>Requirements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552D4-842C-8526-24A9-AC5B38DA6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0879" y="1423059"/>
            <a:ext cx="8330241" cy="94390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GB" sz="3600" u="sng" dirty="0">
                <a:solidFill>
                  <a:schemeClr val="bg1"/>
                </a:solidFill>
              </a:rPr>
              <a:t>The brief explained that the website should:</a:t>
            </a:r>
            <a:r>
              <a:rPr lang="en-GB" u="sng" dirty="0">
                <a:solidFill>
                  <a:schemeClr val="bg1"/>
                </a:solidFill>
              </a:rPr>
              <a:t> </a:t>
            </a:r>
            <a:endParaRPr lang="en-US" u="sng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5C7AD1-EEB9-B49C-CC55-83BBF9CBF1E3}"/>
              </a:ext>
            </a:extLst>
          </p:cNvPr>
          <p:cNvSpPr txBox="1"/>
          <p:nvPr/>
        </p:nvSpPr>
        <p:spPr>
          <a:xfrm>
            <a:off x="78493" y="3270267"/>
            <a:ext cx="6021236" cy="12582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GB" sz="2800" dirty="0">
                <a:solidFill>
                  <a:schemeClr val="bg1"/>
                </a:solidFill>
              </a:rPr>
              <a:t>inform the potential customers of Devon Dive Adventures activities </a:t>
            </a:r>
            <a:r>
              <a:rPr lang="en-GB" sz="2800">
                <a:solidFill>
                  <a:schemeClr val="bg1"/>
                </a:solidFill>
              </a:rPr>
              <a:t>available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19867-8536-F92D-FC0D-43F8B28F9068}"/>
              </a:ext>
            </a:extLst>
          </p:cNvPr>
          <p:cNvSpPr txBox="1"/>
          <p:nvPr/>
        </p:nvSpPr>
        <p:spPr>
          <a:xfrm>
            <a:off x="6104626" y="2999116"/>
            <a:ext cx="5661803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dirty="0">
                <a:solidFill>
                  <a:srgbClr val="FFFFFF"/>
                </a:solidFill>
                <a:cs typeface="Segoe UI"/>
              </a:rPr>
              <a:t>One way of doing this is by including simple details of the activities to hook their interest on the home page</a:t>
            </a:r>
          </a:p>
        </p:txBody>
      </p:sp>
    </p:spTree>
    <p:extLst>
      <p:ext uri="{BB962C8B-B14F-4D97-AF65-F5344CB8AC3E}">
        <p14:creationId xmlns:p14="http://schemas.microsoft.com/office/powerpoint/2010/main" val="3152393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Devon Dive Adventures</vt:lpstr>
      <vt:lpstr>Requirements</vt:lpstr>
      <vt:lpstr>Requirements</vt:lpstr>
      <vt:lpstr>Requirements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94</cp:revision>
  <dcterms:created xsi:type="dcterms:W3CDTF">2025-04-26T17:57:08Z</dcterms:created>
  <dcterms:modified xsi:type="dcterms:W3CDTF">2025-04-26T23:54:54Z</dcterms:modified>
</cp:coreProperties>
</file>