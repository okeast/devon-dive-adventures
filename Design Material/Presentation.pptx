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2FEFE-D2E8-36FE-9385-9E95D1A575F3}" v="309" dt="2025-04-26T20:45:1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en Keast (Student)" userId="S::ok344493@truro-penwith.ac.uk::8e714696-6691-4402-b009-0899cc5cdbb4" providerId="AD" clId="Web-{01F2FEFE-D2E8-36FE-9385-9E95D1A575F3}"/>
    <pc:docChg chg="addSld delSld modSld modMainMaster">
      <pc:chgData name="Owen Keast (Student)" userId="S::ok344493@truro-penwith.ac.uk::8e714696-6691-4402-b009-0899cc5cdbb4" providerId="AD" clId="Web-{01F2FEFE-D2E8-36FE-9385-9E95D1A575F3}" dt="2025-04-26T20:45:14.124" v="211" actId="20577"/>
      <pc:docMkLst>
        <pc:docMk/>
      </pc:docMkLst>
      <pc:sldChg chg="modSp mod setBg">
        <pc:chgData name="Owen Keast (Student)" userId="S::ok344493@truro-penwith.ac.uk::8e714696-6691-4402-b009-0899cc5cdbb4" providerId="AD" clId="Web-{01F2FEFE-D2E8-36FE-9385-9E95D1A575F3}" dt="2025-04-26T18:03:29.284" v="15"/>
        <pc:sldMkLst>
          <pc:docMk/>
          <pc:sldMk cId="109857222" sldId="256"/>
        </pc:sldMkLst>
        <pc:spChg chg="mod">
          <ac:chgData name="Owen Keast (Student)" userId="S::ok344493@truro-penwith.ac.uk::8e714696-6691-4402-b009-0899cc5cdbb4" providerId="AD" clId="Web-{01F2FEFE-D2E8-36FE-9385-9E95D1A575F3}" dt="2025-04-26T17:59:02.805" v="12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addAnim delAnim">
        <pc:chgData name="Owen Keast (Student)" userId="S::ok344493@truro-penwith.ac.uk::8e714696-6691-4402-b009-0899cc5cdbb4" providerId="AD" clId="Web-{01F2FEFE-D2E8-36FE-9385-9E95D1A575F3}" dt="2025-04-26T20:44:53.778" v="202" actId="20577"/>
        <pc:sldMkLst>
          <pc:docMk/>
          <pc:sldMk cId="275233608" sldId="257"/>
        </pc:sldMkLst>
        <pc:spChg chg="mod">
          <ac:chgData name="Owen Keast (Student)" userId="S::ok344493@truro-penwith.ac.uk::8e714696-6691-4402-b009-0899cc5cdbb4" providerId="AD" clId="Web-{01F2FEFE-D2E8-36FE-9385-9E95D1A575F3}" dt="2025-04-26T19:57:08.117" v="97" actId="20577"/>
          <ac:spMkLst>
            <pc:docMk/>
            <pc:sldMk cId="275233608" sldId="257"/>
            <ac:spMk id="2" creationId="{DB67E613-4389-91CF-4FEC-C4CAF78F372D}"/>
          </ac:spMkLst>
        </pc:spChg>
        <pc:spChg chg="mod">
          <ac:chgData name="Owen Keast (Student)" userId="S::ok344493@truro-penwith.ac.uk::8e714696-6691-4402-b009-0899cc5cdbb4" providerId="AD" clId="Web-{01F2FEFE-D2E8-36FE-9385-9E95D1A575F3}" dt="2025-04-26T19:57:12.664" v="98" actId="20577"/>
          <ac:spMkLst>
            <pc:docMk/>
            <pc:sldMk cId="275233608" sldId="257"/>
            <ac:spMk id="3" creationId="{35383917-235D-48E0-73CB-98F1B7E78BA9}"/>
          </ac:spMkLst>
        </pc:spChg>
        <pc:spChg chg="add mod">
          <ac:chgData name="Owen Keast (Student)" userId="S::ok344493@truro-penwith.ac.uk::8e714696-6691-4402-b009-0899cc5cdbb4" providerId="AD" clId="Web-{01F2FEFE-D2E8-36FE-9385-9E95D1A575F3}" dt="2025-04-26T20:44:53.778" v="202" actId="20577"/>
          <ac:spMkLst>
            <pc:docMk/>
            <pc:sldMk cId="275233608" sldId="257"/>
            <ac:spMk id="4" creationId="{1C52086B-7C5C-641B-7868-7F1D16FE8108}"/>
          </ac:spMkLst>
        </pc:spChg>
        <pc:spChg chg="add del mod">
          <ac:chgData name="Owen Keast (Student)" userId="S::ok344493@truro-penwith.ac.uk::8e714696-6691-4402-b009-0899cc5cdbb4" providerId="AD" clId="Web-{01F2FEFE-D2E8-36FE-9385-9E95D1A575F3}" dt="2025-04-26T20:43:57.009" v="184"/>
          <ac:spMkLst>
            <pc:docMk/>
            <pc:sldMk cId="275233608" sldId="257"/>
            <ac:spMk id="5" creationId="{6974874B-7EAE-AA5D-1DA5-14BED9A43A5F}"/>
          </ac:spMkLst>
        </pc:spChg>
        <pc:spChg chg="add mod">
          <ac:chgData name="Owen Keast (Student)" userId="S::ok344493@truro-penwith.ac.uk::8e714696-6691-4402-b009-0899cc5cdbb4" providerId="AD" clId="Web-{01F2FEFE-D2E8-36FE-9385-9E95D1A575F3}" dt="2025-04-26T20:44:21.651" v="188" actId="20577"/>
          <ac:spMkLst>
            <pc:docMk/>
            <pc:sldMk cId="275233608" sldId="257"/>
            <ac:spMk id="6" creationId="{82FC0E4A-5DF8-ADDD-D38B-E727175CFC11}"/>
          </ac:spMkLst>
        </pc:spChg>
      </pc:sldChg>
      <pc:sldChg chg="modSp new del">
        <pc:chgData name="Owen Keast (Student)" userId="S::ok344493@truro-penwith.ac.uk::8e714696-6691-4402-b009-0899cc5cdbb4" providerId="AD" clId="Web-{01F2FEFE-D2E8-36FE-9385-9E95D1A575F3}" dt="2025-04-26T18:03:41.941" v="22"/>
        <pc:sldMkLst>
          <pc:docMk/>
          <pc:sldMk cId="295852865" sldId="257"/>
        </pc:sldMkLst>
        <pc:spChg chg="mod">
          <ac:chgData name="Owen Keast (Student)" userId="S::ok344493@truro-penwith.ac.uk::8e714696-6691-4402-b009-0899cc5cdbb4" providerId="AD" clId="Web-{01F2FEFE-D2E8-36FE-9385-9E95D1A575F3}" dt="2025-04-26T18:03:41.363" v="21" actId="20577"/>
          <ac:spMkLst>
            <pc:docMk/>
            <pc:sldMk cId="295852865" sldId="257"/>
            <ac:spMk id="2" creationId="{81655AD2-4525-CE67-25C8-519E1201B55A}"/>
          </ac:spMkLst>
        </pc:spChg>
      </pc:sldChg>
      <pc:sldChg chg="new del">
        <pc:chgData name="Owen Keast (Student)" userId="S::ok344493@truro-penwith.ac.uk::8e714696-6691-4402-b009-0899cc5cdbb4" providerId="AD" clId="Web-{01F2FEFE-D2E8-36FE-9385-9E95D1A575F3}" dt="2025-04-26T18:03:05.955" v="14"/>
        <pc:sldMkLst>
          <pc:docMk/>
          <pc:sldMk cId="3995003308" sldId="257"/>
        </pc:sldMkLst>
      </pc:sldChg>
      <pc:sldChg chg="modSp add replId">
        <pc:chgData name="Owen Keast (Student)" userId="S::ok344493@truro-penwith.ac.uk::8e714696-6691-4402-b009-0899cc5cdbb4" providerId="AD" clId="Web-{01F2FEFE-D2E8-36FE-9385-9E95D1A575F3}" dt="2025-04-26T20:45:14.124" v="211" actId="20577"/>
        <pc:sldMkLst>
          <pc:docMk/>
          <pc:sldMk cId="505701210" sldId="258"/>
        </pc:sldMkLst>
        <pc:spChg chg="mod">
          <ac:chgData name="Owen Keast (Student)" userId="S::ok344493@truro-penwith.ac.uk::8e714696-6691-4402-b009-0899cc5cdbb4" providerId="AD" clId="Web-{01F2FEFE-D2E8-36FE-9385-9E95D1A575F3}" dt="2025-04-26T20:45:14.124" v="211" actId="20577"/>
          <ac:spMkLst>
            <pc:docMk/>
            <pc:sldMk cId="505701210" sldId="258"/>
            <ac:spMk id="4" creationId="{24B0620D-C4F6-7ECA-B23B-EB78F28ED6F9}"/>
          </ac:spMkLst>
        </pc:spChg>
        <pc:spChg chg="mod">
          <ac:chgData name="Owen Keast (Student)" userId="S::ok344493@truro-penwith.ac.uk::8e714696-6691-4402-b009-0899cc5cdbb4" providerId="AD" clId="Web-{01F2FEFE-D2E8-36FE-9385-9E95D1A575F3}" dt="2025-04-26T20:45:08.295" v="210" actId="20577"/>
          <ac:spMkLst>
            <pc:docMk/>
            <pc:sldMk cId="505701210" sldId="258"/>
            <ac:spMk id="6" creationId="{F4668AC1-F876-B589-200B-D25D80FAA6DD}"/>
          </ac:spMkLst>
        </pc:spChg>
      </pc:sldChg>
      <pc:sldChg chg="add replId">
        <pc:chgData name="Owen Keast (Student)" userId="S::ok344493@truro-penwith.ac.uk::8e714696-6691-4402-b009-0899cc5cdbb4" providerId="AD" clId="Web-{01F2FEFE-D2E8-36FE-9385-9E95D1A575F3}" dt="2025-04-26T20:44:45.168" v="193"/>
        <pc:sldMkLst>
          <pc:docMk/>
          <pc:sldMk cId="3152393514" sldId="259"/>
        </pc:sldMkLst>
      </pc:sldChg>
      <pc:sldMasterChg chg="mod setBg modSldLayout">
        <pc:chgData name="Owen Keast (Student)" userId="S::ok344493@truro-penwith.ac.uk::8e714696-6691-4402-b009-0899cc5cdbb4" providerId="AD" clId="Web-{01F2FEFE-D2E8-36FE-9385-9E95D1A575F3}" dt="2025-04-26T18:03:29.284" v="15"/>
        <pc:sldMasterMkLst>
          <pc:docMk/>
          <pc:sldMasterMk cId="2460954070" sldId="2147483660"/>
        </pc:sldMasterMkLst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Owen Keast (Student)" userId="S::ok344493@truro-penwith.ac.uk::8e714696-6691-4402-b009-0899cc5cdbb4" providerId="AD" clId="Web-{01F2FEFE-D2E8-36FE-9385-9E95D1A575F3}" dt="2025-04-26T18:03:29.284" v="15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Devon Dive Adventures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E613-4389-91CF-4FEC-C4CAF78F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Requirements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83917-235D-48E0-73CB-98F1B7E78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79" y="1423059"/>
            <a:ext cx="8330241" cy="9439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GB" sz="3600" u="sng" dirty="0">
                <a:solidFill>
                  <a:schemeClr val="bg1"/>
                </a:solidFill>
              </a:rPr>
              <a:t>The brief explained that the website should:</a:t>
            </a:r>
            <a:r>
              <a:rPr lang="en-GB" u="sng" dirty="0">
                <a:solidFill>
                  <a:schemeClr val="bg1"/>
                </a:solidFill>
              </a:rPr>
              <a:t> </a:t>
            </a:r>
            <a:endParaRPr lang="en-US" u="sng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2086B-7C5C-641B-7868-7F1D16FE8108}"/>
              </a:ext>
            </a:extLst>
          </p:cNvPr>
          <p:cNvSpPr txBox="1"/>
          <p:nvPr/>
        </p:nvSpPr>
        <p:spPr>
          <a:xfrm>
            <a:off x="78493" y="3270267"/>
            <a:ext cx="6021236" cy="1424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3200" b="1" u="sng" dirty="0">
                <a:solidFill>
                  <a:schemeClr val="bg1"/>
                </a:solidFill>
              </a:rPr>
              <a:t>Inform the potential customers of Devon Dive Adventures activities available</a:t>
            </a:r>
            <a:endParaRPr lang="en-US" sz="3200" b="1" u="sn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C0E4A-5DF8-ADDD-D38B-E727175CFC11}"/>
              </a:ext>
            </a:extLst>
          </p:cNvPr>
          <p:cNvSpPr txBox="1"/>
          <p:nvPr/>
        </p:nvSpPr>
        <p:spPr>
          <a:xfrm>
            <a:off x="6104626" y="2999116"/>
            <a:ext cx="566180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bg1">
                    <a:lumMod val="76000"/>
                  </a:schemeClr>
                </a:solidFill>
                <a:cs typeface="Segoe UI"/>
              </a:rPr>
              <a:t>One way of doing this is by including simple details of the activities to hook their interest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27523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ECDF-CE99-AC21-A89A-0CBFF2B2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EFF9-B9D9-E857-370D-C949A507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Requirements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09AF-90FC-98E7-4AF9-39CF7B01C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79" y="1423059"/>
            <a:ext cx="8330241" cy="9439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GB" sz="3600" u="sng" dirty="0">
                <a:solidFill>
                  <a:schemeClr val="bg1"/>
                </a:solidFill>
              </a:rPr>
              <a:t>The brief explained that the website should:</a:t>
            </a:r>
            <a:r>
              <a:rPr lang="en-GB" u="sng" dirty="0">
                <a:solidFill>
                  <a:schemeClr val="bg1"/>
                </a:solidFill>
              </a:rPr>
              <a:t> </a:t>
            </a:r>
            <a:endParaRPr lang="en-US" u="sng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0620D-C4F6-7ECA-B23B-EB78F28ED6F9}"/>
              </a:ext>
            </a:extLst>
          </p:cNvPr>
          <p:cNvSpPr txBox="1"/>
          <p:nvPr/>
        </p:nvSpPr>
        <p:spPr>
          <a:xfrm>
            <a:off x="78493" y="3270267"/>
            <a:ext cx="6021236" cy="12582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solidFill>
                  <a:schemeClr val="bg1">
                    <a:lumMod val="76000"/>
                  </a:schemeClr>
                </a:solidFill>
              </a:rPr>
              <a:t>inform the potential customers of Devon Dive Adventures activities available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68AC1-F876-B589-200B-D25D80FAA6DD}"/>
              </a:ext>
            </a:extLst>
          </p:cNvPr>
          <p:cNvSpPr txBox="1"/>
          <p:nvPr/>
        </p:nvSpPr>
        <p:spPr>
          <a:xfrm>
            <a:off x="6104626" y="2999116"/>
            <a:ext cx="566180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u="sng" dirty="0">
                <a:solidFill>
                  <a:srgbClr val="FFFFFF"/>
                </a:solidFill>
                <a:cs typeface="Segoe UI"/>
              </a:rPr>
              <a:t>One way of doing this is by including simple details of the activities to hook their interest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50570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AC4F-7910-7B15-9B7B-786CA503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8031-92E6-B795-491F-560966A8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Requirements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552D4-842C-8526-24A9-AC5B38DA6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79" y="1423059"/>
            <a:ext cx="8330241" cy="9439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GB" sz="3600" u="sng" dirty="0">
                <a:solidFill>
                  <a:schemeClr val="bg1"/>
                </a:solidFill>
              </a:rPr>
              <a:t>The brief explained that the website should:</a:t>
            </a:r>
            <a:r>
              <a:rPr lang="en-GB" u="sng" dirty="0">
                <a:solidFill>
                  <a:schemeClr val="bg1"/>
                </a:solidFill>
              </a:rPr>
              <a:t> </a:t>
            </a:r>
            <a:endParaRPr lang="en-US" u="sng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C7AD1-EEB9-B49C-CC55-83BBF9CBF1E3}"/>
              </a:ext>
            </a:extLst>
          </p:cNvPr>
          <p:cNvSpPr txBox="1"/>
          <p:nvPr/>
        </p:nvSpPr>
        <p:spPr>
          <a:xfrm>
            <a:off x="78493" y="3270267"/>
            <a:ext cx="6021236" cy="12582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</a:rPr>
              <a:t>inform the potential customers of Devon Dive Adventures activities </a:t>
            </a:r>
            <a:r>
              <a:rPr lang="en-GB" sz="2800">
                <a:solidFill>
                  <a:schemeClr val="bg1"/>
                </a:solidFill>
              </a:rPr>
              <a:t>available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19867-8536-F92D-FC0D-43F8B28F9068}"/>
              </a:ext>
            </a:extLst>
          </p:cNvPr>
          <p:cNvSpPr txBox="1"/>
          <p:nvPr/>
        </p:nvSpPr>
        <p:spPr>
          <a:xfrm>
            <a:off x="6104626" y="2999116"/>
            <a:ext cx="566180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rgbClr val="FFFFFF"/>
                </a:solidFill>
                <a:cs typeface="Segoe UI"/>
              </a:rPr>
              <a:t>One way of doing this is by including simple details of the activities to hook their interest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315239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Devon Dive Adventures</vt:lpstr>
      <vt:lpstr>Requirements</vt:lpstr>
      <vt:lpstr>Requirements</vt:lpstr>
      <vt:lpstr>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</cp:revision>
  <dcterms:created xsi:type="dcterms:W3CDTF">2025-04-26T17:57:08Z</dcterms:created>
  <dcterms:modified xsi:type="dcterms:W3CDTF">2025-04-26T20:45:20Z</dcterms:modified>
</cp:coreProperties>
</file>