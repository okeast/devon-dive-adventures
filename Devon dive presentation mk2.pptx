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42"/>
  </p:notesMasterIdLst>
  <p:sldIdLst>
    <p:sldId id="256" r:id="rId3"/>
    <p:sldId id="294" r:id="rId4"/>
    <p:sldId id="298" r:id="rId5"/>
    <p:sldId id="299" r:id="rId6"/>
    <p:sldId id="273" r:id="rId7"/>
    <p:sldId id="274" r:id="rId8"/>
    <p:sldId id="276" r:id="rId9"/>
    <p:sldId id="277" r:id="rId10"/>
    <p:sldId id="278" r:id="rId11"/>
    <p:sldId id="279" r:id="rId12"/>
    <p:sldId id="280" r:id="rId13"/>
    <p:sldId id="281" r:id="rId14"/>
    <p:sldId id="282" r:id="rId15"/>
    <p:sldId id="283" r:id="rId16"/>
    <p:sldId id="284" r:id="rId17"/>
    <p:sldId id="285" r:id="rId18"/>
    <p:sldId id="286" r:id="rId19"/>
    <p:sldId id="287" r:id="rId20"/>
    <p:sldId id="288" r:id="rId21"/>
    <p:sldId id="300" r:id="rId22"/>
    <p:sldId id="289" r:id="rId23"/>
    <p:sldId id="290" r:id="rId24"/>
    <p:sldId id="291" r:id="rId25"/>
    <p:sldId id="292" r:id="rId26"/>
    <p:sldId id="293" r:id="rId27"/>
    <p:sldId id="268" r:id="rId28"/>
    <p:sldId id="260" r:id="rId29"/>
    <p:sldId id="295" r:id="rId30"/>
    <p:sldId id="296" r:id="rId31"/>
    <p:sldId id="297" r:id="rId32"/>
    <p:sldId id="265" r:id="rId33"/>
    <p:sldId id="261" r:id="rId34"/>
    <p:sldId id="262" r:id="rId35"/>
    <p:sldId id="263" r:id="rId36"/>
    <p:sldId id="264" r:id="rId37"/>
    <p:sldId id="267" r:id="rId38"/>
    <p:sldId id="266" r:id="rId39"/>
    <p:sldId id="269" r:id="rId40"/>
    <p:sldId id="270"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EF1E03-BF8C-AFF6-9307-28440940297C}" v="56" dt="2025-05-06T10:41:34.134"/>
    <p1510:client id="{707C6654-D91A-4076-81F1-E3898EA75379}" v="307" dt="2025-05-06T14:32:53.619"/>
    <p1510:client id="{CDC19D8D-A492-451B-9B8E-AA69F93ED97C}" v="3" dt="2025-05-06T14:53:08.305"/>
    <p1510:client id="{F4B3473A-0963-4568-B355-DD33B47C8679}" v="913" dt="2025-05-06T13:55:48.903"/>
    <p1510:client id="{F870A57C-5C80-4054-9DA1-DB65A4BF3652}" v="34" dt="2025-05-06T13:49:43.9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wen Keast (Student)" userId="8e714696-6691-4402-b009-0899cc5cdbb4" providerId="ADAL" clId="{F870A57C-5C80-4054-9DA1-DB65A4BF3652}"/>
    <pc:docChg chg="addSld delSld modSld">
      <pc:chgData name="Owen Keast (Student)" userId="8e714696-6691-4402-b009-0899cc5cdbb4" providerId="ADAL" clId="{F870A57C-5C80-4054-9DA1-DB65A4BF3652}" dt="2025-05-06T13:49:43.951" v="33"/>
      <pc:docMkLst>
        <pc:docMk/>
      </pc:docMkLst>
      <pc:sldChg chg="modAnim">
        <pc:chgData name="Owen Keast (Student)" userId="8e714696-6691-4402-b009-0899cc5cdbb4" providerId="ADAL" clId="{F870A57C-5C80-4054-9DA1-DB65A4BF3652}" dt="2025-05-06T13:49:43.951" v="33"/>
        <pc:sldMkLst>
          <pc:docMk/>
          <pc:sldMk cId="1184692853" sldId="268"/>
        </pc:sldMkLst>
      </pc:sldChg>
      <pc:sldChg chg="add">
        <pc:chgData name="Owen Keast (Student)" userId="8e714696-6691-4402-b009-0899cc5cdbb4" providerId="ADAL" clId="{F870A57C-5C80-4054-9DA1-DB65A4BF3652}" dt="2025-05-06T13:18:02.994" v="2"/>
        <pc:sldMkLst>
          <pc:docMk/>
          <pc:sldMk cId="2165027930" sldId="273"/>
        </pc:sldMkLst>
      </pc:sldChg>
      <pc:sldChg chg="add">
        <pc:chgData name="Owen Keast (Student)" userId="8e714696-6691-4402-b009-0899cc5cdbb4" providerId="ADAL" clId="{F870A57C-5C80-4054-9DA1-DB65A4BF3652}" dt="2025-05-06T13:37:45.695" v="5"/>
        <pc:sldMkLst>
          <pc:docMk/>
          <pc:sldMk cId="4169746230" sldId="274"/>
        </pc:sldMkLst>
      </pc:sldChg>
      <pc:sldChg chg="add">
        <pc:chgData name="Owen Keast (Student)" userId="8e714696-6691-4402-b009-0899cc5cdbb4" providerId="ADAL" clId="{F870A57C-5C80-4054-9DA1-DB65A4BF3652}" dt="2025-05-06T13:45:50.334" v="6"/>
        <pc:sldMkLst>
          <pc:docMk/>
          <pc:sldMk cId="3045105385" sldId="276"/>
        </pc:sldMkLst>
      </pc:sldChg>
      <pc:sldChg chg="add">
        <pc:chgData name="Owen Keast (Student)" userId="8e714696-6691-4402-b009-0899cc5cdbb4" providerId="ADAL" clId="{F870A57C-5C80-4054-9DA1-DB65A4BF3652}" dt="2025-05-06T13:46:08.921" v="7"/>
        <pc:sldMkLst>
          <pc:docMk/>
          <pc:sldMk cId="575977433" sldId="277"/>
        </pc:sldMkLst>
      </pc:sldChg>
      <pc:sldChg chg="add">
        <pc:chgData name="Owen Keast (Student)" userId="8e714696-6691-4402-b009-0899cc5cdbb4" providerId="ADAL" clId="{F870A57C-5C80-4054-9DA1-DB65A4BF3652}" dt="2025-05-06T13:46:16.179" v="8"/>
        <pc:sldMkLst>
          <pc:docMk/>
          <pc:sldMk cId="472952964" sldId="278"/>
        </pc:sldMkLst>
      </pc:sldChg>
      <pc:sldChg chg="add">
        <pc:chgData name="Owen Keast (Student)" userId="8e714696-6691-4402-b009-0899cc5cdbb4" providerId="ADAL" clId="{F870A57C-5C80-4054-9DA1-DB65A4BF3652}" dt="2025-05-06T13:46:22.628" v="9"/>
        <pc:sldMkLst>
          <pc:docMk/>
          <pc:sldMk cId="1047081526" sldId="279"/>
        </pc:sldMkLst>
      </pc:sldChg>
      <pc:sldChg chg="add">
        <pc:chgData name="Owen Keast (Student)" userId="8e714696-6691-4402-b009-0899cc5cdbb4" providerId="ADAL" clId="{F870A57C-5C80-4054-9DA1-DB65A4BF3652}" dt="2025-05-06T13:46:30.650" v="10"/>
        <pc:sldMkLst>
          <pc:docMk/>
          <pc:sldMk cId="1633692009" sldId="280"/>
        </pc:sldMkLst>
      </pc:sldChg>
      <pc:sldChg chg="add">
        <pc:chgData name="Owen Keast (Student)" userId="8e714696-6691-4402-b009-0899cc5cdbb4" providerId="ADAL" clId="{F870A57C-5C80-4054-9DA1-DB65A4BF3652}" dt="2025-05-06T13:46:38.476" v="11"/>
        <pc:sldMkLst>
          <pc:docMk/>
          <pc:sldMk cId="1027833003" sldId="281"/>
        </pc:sldMkLst>
      </pc:sldChg>
      <pc:sldChg chg="add">
        <pc:chgData name="Owen Keast (Student)" userId="8e714696-6691-4402-b009-0899cc5cdbb4" providerId="ADAL" clId="{F870A57C-5C80-4054-9DA1-DB65A4BF3652}" dt="2025-05-06T13:46:45.747" v="12"/>
        <pc:sldMkLst>
          <pc:docMk/>
          <pc:sldMk cId="2367894195" sldId="282"/>
        </pc:sldMkLst>
      </pc:sldChg>
      <pc:sldChg chg="add">
        <pc:chgData name="Owen Keast (Student)" userId="8e714696-6691-4402-b009-0899cc5cdbb4" providerId="ADAL" clId="{F870A57C-5C80-4054-9DA1-DB65A4BF3652}" dt="2025-05-06T13:46:55.457" v="13"/>
        <pc:sldMkLst>
          <pc:docMk/>
          <pc:sldMk cId="3962657303" sldId="283"/>
        </pc:sldMkLst>
      </pc:sldChg>
      <pc:sldChg chg="add">
        <pc:chgData name="Owen Keast (Student)" userId="8e714696-6691-4402-b009-0899cc5cdbb4" providerId="ADAL" clId="{F870A57C-5C80-4054-9DA1-DB65A4BF3652}" dt="2025-05-06T13:47:02.183" v="14"/>
        <pc:sldMkLst>
          <pc:docMk/>
          <pc:sldMk cId="306442482" sldId="284"/>
        </pc:sldMkLst>
      </pc:sldChg>
      <pc:sldChg chg="add">
        <pc:chgData name="Owen Keast (Student)" userId="8e714696-6691-4402-b009-0899cc5cdbb4" providerId="ADAL" clId="{F870A57C-5C80-4054-9DA1-DB65A4BF3652}" dt="2025-05-06T13:47:21.373" v="15"/>
        <pc:sldMkLst>
          <pc:docMk/>
          <pc:sldMk cId="1686633146" sldId="285"/>
        </pc:sldMkLst>
      </pc:sldChg>
      <pc:sldChg chg="add">
        <pc:chgData name="Owen Keast (Student)" userId="8e714696-6691-4402-b009-0899cc5cdbb4" providerId="ADAL" clId="{F870A57C-5C80-4054-9DA1-DB65A4BF3652}" dt="2025-05-06T13:47:28.167" v="16"/>
        <pc:sldMkLst>
          <pc:docMk/>
          <pc:sldMk cId="2657735507" sldId="286"/>
        </pc:sldMkLst>
      </pc:sldChg>
      <pc:sldChg chg="add">
        <pc:chgData name="Owen Keast (Student)" userId="8e714696-6691-4402-b009-0899cc5cdbb4" providerId="ADAL" clId="{F870A57C-5C80-4054-9DA1-DB65A4BF3652}" dt="2025-05-06T13:47:36.641" v="17"/>
        <pc:sldMkLst>
          <pc:docMk/>
          <pc:sldMk cId="2616178846" sldId="287"/>
        </pc:sldMkLst>
      </pc:sldChg>
      <pc:sldChg chg="add">
        <pc:chgData name="Owen Keast (Student)" userId="8e714696-6691-4402-b009-0899cc5cdbb4" providerId="ADAL" clId="{F870A57C-5C80-4054-9DA1-DB65A4BF3652}" dt="2025-05-06T13:47:45.328" v="18"/>
        <pc:sldMkLst>
          <pc:docMk/>
          <pc:sldMk cId="4137406135" sldId="288"/>
        </pc:sldMkLst>
      </pc:sldChg>
      <pc:sldChg chg="add">
        <pc:chgData name="Owen Keast (Student)" userId="8e714696-6691-4402-b009-0899cc5cdbb4" providerId="ADAL" clId="{F870A57C-5C80-4054-9DA1-DB65A4BF3652}" dt="2025-05-06T13:47:55.953" v="19"/>
        <pc:sldMkLst>
          <pc:docMk/>
          <pc:sldMk cId="4110762609" sldId="289"/>
        </pc:sldMkLst>
      </pc:sldChg>
      <pc:sldChg chg="add">
        <pc:chgData name="Owen Keast (Student)" userId="8e714696-6691-4402-b009-0899cc5cdbb4" providerId="ADAL" clId="{F870A57C-5C80-4054-9DA1-DB65A4BF3652}" dt="2025-05-06T13:48:03.908" v="20"/>
        <pc:sldMkLst>
          <pc:docMk/>
          <pc:sldMk cId="3183290260" sldId="290"/>
        </pc:sldMkLst>
      </pc:sldChg>
      <pc:sldChg chg="add">
        <pc:chgData name="Owen Keast (Student)" userId="8e714696-6691-4402-b009-0899cc5cdbb4" providerId="ADAL" clId="{F870A57C-5C80-4054-9DA1-DB65A4BF3652}" dt="2025-05-06T13:48:13.466" v="21"/>
        <pc:sldMkLst>
          <pc:docMk/>
          <pc:sldMk cId="3505505515" sldId="291"/>
        </pc:sldMkLst>
      </pc:sldChg>
      <pc:sldChg chg="add">
        <pc:chgData name="Owen Keast (Student)" userId="8e714696-6691-4402-b009-0899cc5cdbb4" providerId="ADAL" clId="{F870A57C-5C80-4054-9DA1-DB65A4BF3652}" dt="2025-05-06T13:48:21.891" v="22"/>
        <pc:sldMkLst>
          <pc:docMk/>
          <pc:sldMk cId="1142109746" sldId="292"/>
        </pc:sldMkLst>
      </pc:sldChg>
      <pc:sldChg chg="add">
        <pc:chgData name="Owen Keast (Student)" userId="8e714696-6691-4402-b009-0899cc5cdbb4" providerId="ADAL" clId="{F870A57C-5C80-4054-9DA1-DB65A4BF3652}" dt="2025-05-06T13:48:31.661" v="23"/>
        <pc:sldMkLst>
          <pc:docMk/>
          <pc:sldMk cId="2298688272" sldId="293"/>
        </pc:sldMkLst>
      </pc:sldChg>
      <pc:sldChg chg="add">
        <pc:chgData name="Owen Keast (Student)" userId="8e714696-6691-4402-b009-0899cc5cdbb4" providerId="ADAL" clId="{F870A57C-5C80-4054-9DA1-DB65A4BF3652}" dt="2025-05-06T13:13:59.121" v="0"/>
        <pc:sldMkLst>
          <pc:docMk/>
          <pc:sldMk cId="3152393514" sldId="298"/>
        </pc:sldMkLst>
      </pc:sldChg>
      <pc:sldChg chg="add">
        <pc:chgData name="Owen Keast (Student)" userId="8e714696-6691-4402-b009-0899cc5cdbb4" providerId="ADAL" clId="{F870A57C-5C80-4054-9DA1-DB65A4BF3652}" dt="2025-05-06T13:17:08.171" v="1"/>
        <pc:sldMkLst>
          <pc:docMk/>
          <pc:sldMk cId="1024588970" sldId="299"/>
        </pc:sldMkLst>
      </pc:sldChg>
      <pc:sldChg chg="add del">
        <pc:chgData name="Owen Keast (Student)" userId="8e714696-6691-4402-b009-0899cc5cdbb4" providerId="ADAL" clId="{F870A57C-5C80-4054-9DA1-DB65A4BF3652}" dt="2025-05-06T13:37:38.644" v="4" actId="47"/>
        <pc:sldMkLst>
          <pc:docMk/>
          <pc:sldMk cId="2414937784" sldId="300"/>
        </pc:sldMkLst>
      </pc:sldChg>
    </pc:docChg>
  </pc:docChgLst>
  <pc:docChgLst>
    <pc:chgData name="Owen Keast (Student)" userId="S::ok344493@truro-penwith.ac.uk::8e714696-6691-4402-b009-0899cc5cdbb4" providerId="AD" clId="Web-{6CEF1E03-BF8C-AFF6-9307-28440940297C}"/>
    <pc:docChg chg="addSld delSld modSld addMainMaster delMainMaster">
      <pc:chgData name="Owen Keast (Student)" userId="S::ok344493@truro-penwith.ac.uk::8e714696-6691-4402-b009-0899cc5cdbb4" providerId="AD" clId="Web-{6CEF1E03-BF8C-AFF6-9307-28440940297C}" dt="2025-05-06T10:41:34.134" v="56"/>
      <pc:docMkLst>
        <pc:docMk/>
      </pc:docMkLst>
      <pc:sldChg chg="modSp mod setBg modClrScheme chgLayout">
        <pc:chgData name="Owen Keast (Student)" userId="S::ok344493@truro-penwith.ac.uk::8e714696-6691-4402-b009-0899cc5cdbb4" providerId="AD" clId="Web-{6CEF1E03-BF8C-AFF6-9307-28440940297C}" dt="2025-05-06T10:35:06.779" v="15"/>
        <pc:sldMkLst>
          <pc:docMk/>
          <pc:sldMk cId="1046822594" sldId="256"/>
        </pc:sldMkLst>
        <pc:spChg chg="mod ord">
          <ac:chgData name="Owen Keast (Student)" userId="S::ok344493@truro-penwith.ac.uk::8e714696-6691-4402-b009-0899cc5cdbb4" providerId="AD" clId="Web-{6CEF1E03-BF8C-AFF6-9307-28440940297C}" dt="2025-05-06T10:35:04.122" v="14" actId="20577"/>
          <ac:spMkLst>
            <pc:docMk/>
            <pc:sldMk cId="1046822594" sldId="256"/>
            <ac:spMk id="2" creationId="{09811D76-1CD6-9F07-2CA3-8D9888A38DC1}"/>
          </ac:spMkLst>
        </pc:spChg>
        <pc:spChg chg="mod ord">
          <ac:chgData name="Owen Keast (Student)" userId="S::ok344493@truro-penwith.ac.uk::8e714696-6691-4402-b009-0899cc5cdbb4" providerId="AD" clId="Web-{6CEF1E03-BF8C-AFF6-9307-28440940297C}" dt="2025-05-06T10:34:11.496" v="4"/>
          <ac:spMkLst>
            <pc:docMk/>
            <pc:sldMk cId="1046822594" sldId="256"/>
            <ac:spMk id="3" creationId="{74DE4019-DAEF-8118-B41D-D46BA0B3AA31}"/>
          </ac:spMkLst>
        </pc:spChg>
      </pc:sldChg>
      <pc:sldChg chg="modSp mod setBg modClrScheme chgLayout">
        <pc:chgData name="Owen Keast (Student)" userId="S::ok344493@truro-penwith.ac.uk::8e714696-6691-4402-b009-0899cc5cdbb4" providerId="AD" clId="Web-{6CEF1E03-BF8C-AFF6-9307-28440940297C}" dt="2025-05-06T10:34:58.513" v="13"/>
        <pc:sldMkLst>
          <pc:docMk/>
          <pc:sldMk cId="3333866716" sldId="257"/>
        </pc:sldMkLst>
        <pc:spChg chg="mod ord">
          <ac:chgData name="Owen Keast (Student)" userId="S::ok344493@truro-penwith.ac.uk::8e714696-6691-4402-b009-0899cc5cdbb4" providerId="AD" clId="Web-{6CEF1E03-BF8C-AFF6-9307-28440940297C}" dt="2025-05-06T10:34:50.419" v="11" actId="20577"/>
          <ac:spMkLst>
            <pc:docMk/>
            <pc:sldMk cId="3333866716" sldId="257"/>
            <ac:spMk id="2" creationId="{EC906C52-F0C8-411B-D75C-D994ED5161FE}"/>
          </ac:spMkLst>
        </pc:spChg>
        <pc:spChg chg="mod ord">
          <ac:chgData name="Owen Keast (Student)" userId="S::ok344493@truro-penwith.ac.uk::8e714696-6691-4402-b009-0899cc5cdbb4" providerId="AD" clId="Web-{6CEF1E03-BF8C-AFF6-9307-28440940297C}" dt="2025-05-06T10:34:55.638" v="12" actId="20577"/>
          <ac:spMkLst>
            <pc:docMk/>
            <pc:sldMk cId="3333866716" sldId="257"/>
            <ac:spMk id="3" creationId="{16671BD6-69EA-7E04-78F0-162A2BA6368B}"/>
          </ac:spMkLst>
        </pc:spChg>
      </pc:sldChg>
      <pc:sldChg chg="modSp mod setBg modClrScheme chgLayout">
        <pc:chgData name="Owen Keast (Student)" userId="S::ok344493@truro-penwith.ac.uk::8e714696-6691-4402-b009-0899cc5cdbb4" providerId="AD" clId="Web-{6CEF1E03-BF8C-AFF6-9307-28440940297C}" dt="2025-05-06T10:35:15.576" v="17"/>
        <pc:sldMkLst>
          <pc:docMk/>
          <pc:sldMk cId="4286676401" sldId="259"/>
        </pc:sldMkLst>
        <pc:spChg chg="mod ord">
          <ac:chgData name="Owen Keast (Student)" userId="S::ok344493@truro-penwith.ac.uk::8e714696-6691-4402-b009-0899cc5cdbb4" providerId="AD" clId="Web-{6CEF1E03-BF8C-AFF6-9307-28440940297C}" dt="2025-05-06T10:35:13.591" v="16" actId="20577"/>
          <ac:spMkLst>
            <pc:docMk/>
            <pc:sldMk cId="4286676401" sldId="259"/>
            <ac:spMk id="2" creationId="{B23CB7BA-AE53-70D9-CB8D-7C68B5AB864A}"/>
          </ac:spMkLst>
        </pc:spChg>
        <pc:spChg chg="mod ord">
          <ac:chgData name="Owen Keast (Student)" userId="S::ok344493@truro-penwith.ac.uk::8e714696-6691-4402-b009-0899cc5cdbb4" providerId="AD" clId="Web-{6CEF1E03-BF8C-AFF6-9307-28440940297C}" dt="2025-05-06T10:34:11.496" v="4"/>
          <ac:spMkLst>
            <pc:docMk/>
            <pc:sldMk cId="4286676401" sldId="259"/>
            <ac:spMk id="3" creationId="{DCFC31E6-7A42-E030-3859-DEF38BED9C5D}"/>
          </ac:spMkLst>
        </pc:spChg>
      </pc:sldChg>
      <pc:sldChg chg="modSp mod setBg modClrScheme chgLayout">
        <pc:chgData name="Owen Keast (Student)" userId="S::ok344493@truro-penwith.ac.uk::8e714696-6691-4402-b009-0899cc5cdbb4" providerId="AD" clId="Web-{6CEF1E03-BF8C-AFF6-9307-28440940297C}" dt="2025-05-06T10:35:21.310" v="18"/>
        <pc:sldMkLst>
          <pc:docMk/>
          <pc:sldMk cId="1877648042" sldId="260"/>
        </pc:sldMkLst>
        <pc:spChg chg="mod ord">
          <ac:chgData name="Owen Keast (Student)" userId="S::ok344493@truro-penwith.ac.uk::8e714696-6691-4402-b009-0899cc5cdbb4" providerId="AD" clId="Web-{6CEF1E03-BF8C-AFF6-9307-28440940297C}" dt="2025-05-06T10:34:11.496" v="4"/>
          <ac:spMkLst>
            <pc:docMk/>
            <pc:sldMk cId="1877648042" sldId="260"/>
            <ac:spMk id="2" creationId="{28F946AC-8716-CE0B-E570-052E313B9495}"/>
          </ac:spMkLst>
        </pc:spChg>
        <pc:picChg chg="mod ord">
          <ac:chgData name="Owen Keast (Student)" userId="S::ok344493@truro-penwith.ac.uk::8e714696-6691-4402-b009-0899cc5cdbb4" providerId="AD" clId="Web-{6CEF1E03-BF8C-AFF6-9307-28440940297C}" dt="2025-05-06T10:34:11.496" v="4"/>
          <ac:picMkLst>
            <pc:docMk/>
            <pc:sldMk cId="1877648042" sldId="260"/>
            <ac:picMk id="5" creationId="{828DEA19-2E5F-454B-D55E-2062F0E991C2}"/>
          </ac:picMkLst>
        </pc:picChg>
      </pc:sldChg>
      <pc:sldChg chg="addSp delSp modSp mod setBg modClrScheme delDesignElem chgLayout">
        <pc:chgData name="Owen Keast (Student)" userId="S::ok344493@truro-penwith.ac.uk::8e714696-6691-4402-b009-0899cc5cdbb4" providerId="AD" clId="Web-{6CEF1E03-BF8C-AFF6-9307-28440940297C}" dt="2025-05-06T10:35:47.389" v="24"/>
        <pc:sldMkLst>
          <pc:docMk/>
          <pc:sldMk cId="669762825" sldId="261"/>
        </pc:sldMkLst>
        <pc:spChg chg="mod ord">
          <ac:chgData name="Owen Keast (Student)" userId="S::ok344493@truro-penwith.ac.uk::8e714696-6691-4402-b009-0899cc5cdbb4" providerId="AD" clId="Web-{6CEF1E03-BF8C-AFF6-9307-28440940297C}" dt="2025-05-06T10:35:40.920" v="22" actId="20577"/>
          <ac:spMkLst>
            <pc:docMk/>
            <pc:sldMk cId="669762825" sldId="261"/>
            <ac:spMk id="2" creationId="{4C9296BC-A6F2-C44E-DA63-4283145EDE78}"/>
          </ac:spMkLst>
        </pc:spChg>
        <pc:spChg chg="mod ord">
          <ac:chgData name="Owen Keast (Student)" userId="S::ok344493@truro-penwith.ac.uk::8e714696-6691-4402-b009-0899cc5cdbb4" providerId="AD" clId="Web-{6CEF1E03-BF8C-AFF6-9307-28440940297C}" dt="2025-05-06T10:35:45.733" v="23" actId="20577"/>
          <ac:spMkLst>
            <pc:docMk/>
            <pc:sldMk cId="669762825" sldId="261"/>
            <ac:spMk id="3" creationId="{F9B3F375-BE4C-3587-7CCC-7D1231AA9532}"/>
          </ac:spMkLst>
        </pc:spChg>
        <pc:spChg chg="add del">
          <ac:chgData name="Owen Keast (Student)" userId="S::ok344493@truro-penwith.ac.uk::8e714696-6691-4402-b009-0899cc5cdbb4" providerId="AD" clId="Web-{6CEF1E03-BF8C-AFF6-9307-28440940297C}" dt="2025-05-06T10:34:11.496" v="4"/>
          <ac:spMkLst>
            <pc:docMk/>
            <pc:sldMk cId="669762825" sldId="261"/>
            <ac:spMk id="27" creationId="{201CC55D-ED54-4C5C-95E6-10947BD1103B}"/>
          </ac:spMkLst>
        </pc:spChg>
        <pc:spChg chg="add del">
          <ac:chgData name="Owen Keast (Student)" userId="S::ok344493@truro-penwith.ac.uk::8e714696-6691-4402-b009-0899cc5cdbb4" providerId="AD" clId="Web-{6CEF1E03-BF8C-AFF6-9307-28440940297C}" dt="2025-05-06T10:34:11.496" v="4"/>
          <ac:spMkLst>
            <pc:docMk/>
            <pc:sldMk cId="669762825" sldId="261"/>
            <ac:spMk id="33" creationId="{3873B707-463F-40B0-8227-E8CC6C67EB25}"/>
          </ac:spMkLst>
        </pc:spChg>
        <pc:spChg chg="add del">
          <ac:chgData name="Owen Keast (Student)" userId="S::ok344493@truro-penwith.ac.uk::8e714696-6691-4402-b009-0899cc5cdbb4" providerId="AD" clId="Web-{6CEF1E03-BF8C-AFF6-9307-28440940297C}" dt="2025-05-06T10:34:11.496" v="4"/>
          <ac:spMkLst>
            <pc:docMk/>
            <pc:sldMk cId="669762825" sldId="261"/>
            <ac:spMk id="35" creationId="{C13237C8-E62C-4F0D-A318-BD6FB6C2D138}"/>
          </ac:spMkLst>
        </pc:spChg>
        <pc:spChg chg="add del">
          <ac:chgData name="Owen Keast (Student)" userId="S::ok344493@truro-penwith.ac.uk::8e714696-6691-4402-b009-0899cc5cdbb4" providerId="AD" clId="Web-{6CEF1E03-BF8C-AFF6-9307-28440940297C}" dt="2025-05-06T10:34:11.496" v="4"/>
          <ac:spMkLst>
            <pc:docMk/>
            <pc:sldMk cId="669762825" sldId="261"/>
            <ac:spMk id="37" creationId="{19C9EAEA-39D0-4B0E-A0EB-51E7B26740B1}"/>
          </ac:spMkLst>
        </pc:spChg>
        <pc:grpChg chg="add del">
          <ac:chgData name="Owen Keast (Student)" userId="S::ok344493@truro-penwith.ac.uk::8e714696-6691-4402-b009-0899cc5cdbb4" providerId="AD" clId="Web-{6CEF1E03-BF8C-AFF6-9307-28440940297C}" dt="2025-05-06T10:34:11.496" v="4"/>
          <ac:grpSpMkLst>
            <pc:docMk/>
            <pc:sldMk cId="669762825" sldId="261"/>
            <ac:grpSpMk id="29" creationId="{1DE889C7-FAD6-4397-98E2-05D503484459}"/>
          </ac:grpSpMkLst>
        </pc:grpChg>
      </pc:sldChg>
      <pc:sldChg chg="addSp delSp modSp mod setBg modClrScheme delDesignElem chgLayout">
        <pc:chgData name="Owen Keast (Student)" userId="S::ok344493@truro-penwith.ac.uk::8e714696-6691-4402-b009-0899cc5cdbb4" providerId="AD" clId="Web-{6CEF1E03-BF8C-AFF6-9307-28440940297C}" dt="2025-05-06T10:36:01.327" v="27"/>
        <pc:sldMkLst>
          <pc:docMk/>
          <pc:sldMk cId="3298040465" sldId="262"/>
        </pc:sldMkLst>
        <pc:spChg chg="mod ord">
          <ac:chgData name="Owen Keast (Student)" userId="S::ok344493@truro-penwith.ac.uk::8e714696-6691-4402-b009-0899cc5cdbb4" providerId="AD" clId="Web-{6CEF1E03-BF8C-AFF6-9307-28440940297C}" dt="2025-05-06T10:35:55.202" v="25" actId="20577"/>
          <ac:spMkLst>
            <pc:docMk/>
            <pc:sldMk cId="3298040465" sldId="262"/>
            <ac:spMk id="2" creationId="{DE295477-842E-16D6-7F0B-00881DF20B72}"/>
          </ac:spMkLst>
        </pc:spChg>
        <pc:spChg chg="mod ord">
          <ac:chgData name="Owen Keast (Student)" userId="S::ok344493@truro-penwith.ac.uk::8e714696-6691-4402-b009-0899cc5cdbb4" providerId="AD" clId="Web-{6CEF1E03-BF8C-AFF6-9307-28440940297C}" dt="2025-05-06T10:35:58.733" v="26" actId="20577"/>
          <ac:spMkLst>
            <pc:docMk/>
            <pc:sldMk cId="3298040465" sldId="262"/>
            <ac:spMk id="3" creationId="{9BB32B6A-65AF-4F8C-123F-F1B79312E1D4}"/>
          </ac:spMkLst>
        </pc:spChg>
        <pc:spChg chg="add del">
          <ac:chgData name="Owen Keast (Student)" userId="S::ok344493@truro-penwith.ac.uk::8e714696-6691-4402-b009-0899cc5cdbb4" providerId="AD" clId="Web-{6CEF1E03-BF8C-AFF6-9307-28440940297C}" dt="2025-05-06T10:34:11.496" v="4"/>
          <ac:spMkLst>
            <pc:docMk/>
            <pc:sldMk cId="3298040465" sldId="262"/>
            <ac:spMk id="57" creationId="{C13237C8-E62C-4F0D-A318-BD6FB6C2D138}"/>
          </ac:spMkLst>
        </pc:spChg>
        <pc:spChg chg="add del">
          <ac:chgData name="Owen Keast (Student)" userId="S::ok344493@truro-penwith.ac.uk::8e714696-6691-4402-b009-0899cc5cdbb4" providerId="AD" clId="Web-{6CEF1E03-BF8C-AFF6-9307-28440940297C}" dt="2025-05-06T10:34:11.496" v="4"/>
          <ac:spMkLst>
            <pc:docMk/>
            <pc:sldMk cId="3298040465" sldId="262"/>
            <ac:spMk id="58" creationId="{201CC55D-ED54-4C5C-95E6-10947BD1103B}"/>
          </ac:spMkLst>
        </pc:spChg>
        <pc:spChg chg="add del">
          <ac:chgData name="Owen Keast (Student)" userId="S::ok344493@truro-penwith.ac.uk::8e714696-6691-4402-b009-0899cc5cdbb4" providerId="AD" clId="Web-{6CEF1E03-BF8C-AFF6-9307-28440940297C}" dt="2025-05-06T10:34:11.496" v="4"/>
          <ac:spMkLst>
            <pc:docMk/>
            <pc:sldMk cId="3298040465" sldId="262"/>
            <ac:spMk id="59" creationId="{19C9EAEA-39D0-4B0E-A0EB-51E7B26740B1}"/>
          </ac:spMkLst>
        </pc:spChg>
        <pc:spChg chg="add del">
          <ac:chgData name="Owen Keast (Student)" userId="S::ok344493@truro-penwith.ac.uk::8e714696-6691-4402-b009-0899cc5cdbb4" providerId="AD" clId="Web-{6CEF1E03-BF8C-AFF6-9307-28440940297C}" dt="2025-05-06T10:34:11.496" v="4"/>
          <ac:spMkLst>
            <pc:docMk/>
            <pc:sldMk cId="3298040465" sldId="262"/>
            <ac:spMk id="62" creationId="{3873B707-463F-40B0-8227-E8CC6C67EB25}"/>
          </ac:spMkLst>
        </pc:spChg>
        <pc:grpChg chg="add del">
          <ac:chgData name="Owen Keast (Student)" userId="S::ok344493@truro-penwith.ac.uk::8e714696-6691-4402-b009-0899cc5cdbb4" providerId="AD" clId="Web-{6CEF1E03-BF8C-AFF6-9307-28440940297C}" dt="2025-05-06T10:34:11.496" v="4"/>
          <ac:grpSpMkLst>
            <pc:docMk/>
            <pc:sldMk cId="3298040465" sldId="262"/>
            <ac:grpSpMk id="60" creationId="{1DE889C7-FAD6-4397-98E2-05D503484459}"/>
          </ac:grpSpMkLst>
        </pc:grpChg>
      </pc:sldChg>
      <pc:sldChg chg="addSp delSp modSp mod setBg modClrScheme delDesignElem chgLayout">
        <pc:chgData name="Owen Keast (Student)" userId="S::ok344493@truro-penwith.ac.uk::8e714696-6691-4402-b009-0899cc5cdbb4" providerId="AD" clId="Web-{6CEF1E03-BF8C-AFF6-9307-28440940297C}" dt="2025-05-06T10:36:09.578" v="30"/>
        <pc:sldMkLst>
          <pc:docMk/>
          <pc:sldMk cId="3312771474" sldId="263"/>
        </pc:sldMkLst>
        <pc:spChg chg="mod ord">
          <ac:chgData name="Owen Keast (Student)" userId="S::ok344493@truro-penwith.ac.uk::8e714696-6691-4402-b009-0899cc5cdbb4" providerId="AD" clId="Web-{6CEF1E03-BF8C-AFF6-9307-28440940297C}" dt="2025-05-06T10:36:07.952" v="29" actId="20577"/>
          <ac:spMkLst>
            <pc:docMk/>
            <pc:sldMk cId="3312771474" sldId="263"/>
            <ac:spMk id="2" creationId="{BD8FB382-1EEF-217D-236A-921EE99F500A}"/>
          </ac:spMkLst>
        </pc:spChg>
        <pc:spChg chg="mod ord">
          <ac:chgData name="Owen Keast (Student)" userId="S::ok344493@truro-penwith.ac.uk::8e714696-6691-4402-b009-0899cc5cdbb4" providerId="AD" clId="Web-{6CEF1E03-BF8C-AFF6-9307-28440940297C}" dt="2025-05-06T10:36:05.327" v="28" actId="20577"/>
          <ac:spMkLst>
            <pc:docMk/>
            <pc:sldMk cId="3312771474" sldId="263"/>
            <ac:spMk id="3" creationId="{39421C91-1599-BF60-5C4F-9D5A54ACC06E}"/>
          </ac:spMkLst>
        </pc:spChg>
        <pc:spChg chg="add del">
          <ac:chgData name="Owen Keast (Student)" userId="S::ok344493@truro-penwith.ac.uk::8e714696-6691-4402-b009-0899cc5cdbb4" providerId="AD" clId="Web-{6CEF1E03-BF8C-AFF6-9307-28440940297C}" dt="2025-05-06T10:34:11.496" v="4"/>
          <ac:spMkLst>
            <pc:docMk/>
            <pc:sldMk cId="3312771474" sldId="263"/>
            <ac:spMk id="9" creationId="{201CC55D-ED54-4C5C-95E6-10947BD1103B}"/>
          </ac:spMkLst>
        </pc:spChg>
        <pc:spChg chg="add del">
          <ac:chgData name="Owen Keast (Student)" userId="S::ok344493@truro-penwith.ac.uk::8e714696-6691-4402-b009-0899cc5cdbb4" providerId="AD" clId="Web-{6CEF1E03-BF8C-AFF6-9307-28440940297C}" dt="2025-05-06T10:34:11.496" v="4"/>
          <ac:spMkLst>
            <pc:docMk/>
            <pc:sldMk cId="3312771474" sldId="263"/>
            <ac:spMk id="15" creationId="{3873B707-463F-40B0-8227-E8CC6C67EB25}"/>
          </ac:spMkLst>
        </pc:spChg>
        <pc:spChg chg="add del">
          <ac:chgData name="Owen Keast (Student)" userId="S::ok344493@truro-penwith.ac.uk::8e714696-6691-4402-b009-0899cc5cdbb4" providerId="AD" clId="Web-{6CEF1E03-BF8C-AFF6-9307-28440940297C}" dt="2025-05-06T10:34:11.496" v="4"/>
          <ac:spMkLst>
            <pc:docMk/>
            <pc:sldMk cId="3312771474" sldId="263"/>
            <ac:spMk id="17" creationId="{C13237C8-E62C-4F0D-A318-BD6FB6C2D138}"/>
          </ac:spMkLst>
        </pc:spChg>
        <pc:spChg chg="add del">
          <ac:chgData name="Owen Keast (Student)" userId="S::ok344493@truro-penwith.ac.uk::8e714696-6691-4402-b009-0899cc5cdbb4" providerId="AD" clId="Web-{6CEF1E03-BF8C-AFF6-9307-28440940297C}" dt="2025-05-06T10:34:11.496" v="4"/>
          <ac:spMkLst>
            <pc:docMk/>
            <pc:sldMk cId="3312771474" sldId="263"/>
            <ac:spMk id="19" creationId="{19C9EAEA-39D0-4B0E-A0EB-51E7B26740B1}"/>
          </ac:spMkLst>
        </pc:spChg>
        <pc:grpChg chg="add del">
          <ac:chgData name="Owen Keast (Student)" userId="S::ok344493@truro-penwith.ac.uk::8e714696-6691-4402-b009-0899cc5cdbb4" providerId="AD" clId="Web-{6CEF1E03-BF8C-AFF6-9307-28440940297C}" dt="2025-05-06T10:34:11.496" v="4"/>
          <ac:grpSpMkLst>
            <pc:docMk/>
            <pc:sldMk cId="3312771474" sldId="263"/>
            <ac:grpSpMk id="11" creationId="{1DE889C7-FAD6-4397-98E2-05D503484459}"/>
          </ac:grpSpMkLst>
        </pc:grpChg>
      </pc:sldChg>
      <pc:sldChg chg="addSp delSp modSp mod setBg modClrScheme delDesignElem chgLayout">
        <pc:chgData name="Owen Keast (Student)" userId="S::ok344493@truro-penwith.ac.uk::8e714696-6691-4402-b009-0899cc5cdbb4" providerId="AD" clId="Web-{6CEF1E03-BF8C-AFF6-9307-28440940297C}" dt="2025-05-06T10:36:17.609" v="33"/>
        <pc:sldMkLst>
          <pc:docMk/>
          <pc:sldMk cId="1599462128" sldId="264"/>
        </pc:sldMkLst>
        <pc:spChg chg="mod ord">
          <ac:chgData name="Owen Keast (Student)" userId="S::ok344493@truro-penwith.ac.uk::8e714696-6691-4402-b009-0899cc5cdbb4" providerId="AD" clId="Web-{6CEF1E03-BF8C-AFF6-9307-28440940297C}" dt="2025-05-06T10:36:15.843" v="32" actId="20577"/>
          <ac:spMkLst>
            <pc:docMk/>
            <pc:sldMk cId="1599462128" sldId="264"/>
            <ac:spMk id="2" creationId="{9F30A6D4-BAB9-E9C9-03A2-802BEB57AADD}"/>
          </ac:spMkLst>
        </pc:spChg>
        <pc:spChg chg="mod ord">
          <ac:chgData name="Owen Keast (Student)" userId="S::ok344493@truro-penwith.ac.uk::8e714696-6691-4402-b009-0899cc5cdbb4" providerId="AD" clId="Web-{6CEF1E03-BF8C-AFF6-9307-28440940297C}" dt="2025-05-06T10:36:13.218" v="31" actId="20577"/>
          <ac:spMkLst>
            <pc:docMk/>
            <pc:sldMk cId="1599462128" sldId="264"/>
            <ac:spMk id="3" creationId="{46FBE4EA-8CB5-5112-C8E1-C749A0C0AC34}"/>
          </ac:spMkLst>
        </pc:spChg>
        <pc:spChg chg="add del">
          <ac:chgData name="Owen Keast (Student)" userId="S::ok344493@truro-penwith.ac.uk::8e714696-6691-4402-b009-0899cc5cdbb4" providerId="AD" clId="Web-{6CEF1E03-BF8C-AFF6-9307-28440940297C}" dt="2025-05-06T10:34:11.496" v="4"/>
          <ac:spMkLst>
            <pc:docMk/>
            <pc:sldMk cId="1599462128" sldId="264"/>
            <ac:spMk id="9" creationId="{2F687420-BEB4-45CD-8226-339BE553B8E6}"/>
          </ac:spMkLst>
        </pc:spChg>
        <pc:spChg chg="add del">
          <ac:chgData name="Owen Keast (Student)" userId="S::ok344493@truro-penwith.ac.uk::8e714696-6691-4402-b009-0899cc5cdbb4" providerId="AD" clId="Web-{6CEF1E03-BF8C-AFF6-9307-28440940297C}" dt="2025-05-06T10:34:11.496" v="4"/>
          <ac:spMkLst>
            <pc:docMk/>
            <pc:sldMk cId="1599462128" sldId="264"/>
            <ac:spMk id="11" creationId="{169CC832-2974-4E8D-90ED-3E2941BA7336}"/>
          </ac:spMkLst>
        </pc:spChg>
        <pc:spChg chg="add del">
          <ac:chgData name="Owen Keast (Student)" userId="S::ok344493@truro-penwith.ac.uk::8e714696-6691-4402-b009-0899cc5cdbb4" providerId="AD" clId="Web-{6CEF1E03-BF8C-AFF6-9307-28440940297C}" dt="2025-05-06T10:34:11.496" v="4"/>
          <ac:spMkLst>
            <pc:docMk/>
            <pc:sldMk cId="1599462128" sldId="264"/>
            <ac:spMk id="13" creationId="{55222F96-971A-4F90-B841-6BAB416C7AC1}"/>
          </ac:spMkLst>
        </pc:spChg>
        <pc:spChg chg="add del">
          <ac:chgData name="Owen Keast (Student)" userId="S::ok344493@truro-penwith.ac.uk::8e714696-6691-4402-b009-0899cc5cdbb4" providerId="AD" clId="Web-{6CEF1E03-BF8C-AFF6-9307-28440940297C}" dt="2025-05-06T10:34:11.496" v="4"/>
          <ac:spMkLst>
            <pc:docMk/>
            <pc:sldMk cId="1599462128" sldId="264"/>
            <ac:spMk id="15" creationId="{08980754-6F4B-43C9-B9BE-127B6BED6586}"/>
          </ac:spMkLst>
        </pc:spChg>
        <pc:spChg chg="add del">
          <ac:chgData name="Owen Keast (Student)" userId="S::ok344493@truro-penwith.ac.uk::8e714696-6691-4402-b009-0899cc5cdbb4" providerId="AD" clId="Web-{6CEF1E03-BF8C-AFF6-9307-28440940297C}" dt="2025-05-06T10:34:11.496" v="4"/>
          <ac:spMkLst>
            <pc:docMk/>
            <pc:sldMk cId="1599462128" sldId="264"/>
            <ac:spMk id="17" creationId="{2C1BBA94-3F40-40AA-8BB9-E69E25E537C1}"/>
          </ac:spMkLst>
        </pc:spChg>
      </pc:sldChg>
      <pc:sldChg chg="addSp delSp modSp mod setBg modClrScheme delDesignElem chgLayout">
        <pc:chgData name="Owen Keast (Student)" userId="S::ok344493@truro-penwith.ac.uk::8e714696-6691-4402-b009-0899cc5cdbb4" providerId="AD" clId="Web-{6CEF1E03-BF8C-AFF6-9307-28440940297C}" dt="2025-05-06T10:35:32.733" v="21" actId="20577"/>
        <pc:sldMkLst>
          <pc:docMk/>
          <pc:sldMk cId="1834723639" sldId="265"/>
        </pc:sldMkLst>
        <pc:spChg chg="mod ord">
          <ac:chgData name="Owen Keast (Student)" userId="S::ok344493@truro-penwith.ac.uk::8e714696-6691-4402-b009-0899cc5cdbb4" providerId="AD" clId="Web-{6CEF1E03-BF8C-AFF6-9307-28440940297C}" dt="2025-05-06T10:35:32.733" v="21" actId="20577"/>
          <ac:spMkLst>
            <pc:docMk/>
            <pc:sldMk cId="1834723639" sldId="265"/>
            <ac:spMk id="2" creationId="{BF5D7173-3474-2429-C117-6C635B3F671B}"/>
          </ac:spMkLst>
        </pc:spChg>
        <pc:spChg chg="add del">
          <ac:chgData name="Owen Keast (Student)" userId="S::ok344493@truro-penwith.ac.uk::8e714696-6691-4402-b009-0899cc5cdbb4" providerId="AD" clId="Web-{6CEF1E03-BF8C-AFF6-9307-28440940297C}" dt="2025-05-06T10:34:11.496" v="4"/>
          <ac:spMkLst>
            <pc:docMk/>
            <pc:sldMk cId="1834723639" sldId="265"/>
            <ac:spMk id="7" creationId="{4522B21E-B2B9-4C72-9A71-C87EFD137480}"/>
          </ac:spMkLst>
        </pc:spChg>
        <pc:spChg chg="add del">
          <ac:chgData name="Owen Keast (Student)" userId="S::ok344493@truro-penwith.ac.uk::8e714696-6691-4402-b009-0899cc5cdbb4" providerId="AD" clId="Web-{6CEF1E03-BF8C-AFF6-9307-28440940297C}" dt="2025-05-06T10:34:11.496" v="4"/>
          <ac:spMkLst>
            <pc:docMk/>
            <pc:sldMk cId="1834723639" sldId="265"/>
            <ac:spMk id="9" creationId="{5EB7D2A2-F448-44D4-938C-DC84CBCB3B1E}"/>
          </ac:spMkLst>
        </pc:spChg>
        <pc:spChg chg="add del mod">
          <ac:chgData name="Owen Keast (Student)" userId="S::ok344493@truro-penwith.ac.uk::8e714696-6691-4402-b009-0899cc5cdbb4" providerId="AD" clId="Web-{6CEF1E03-BF8C-AFF6-9307-28440940297C}" dt="2025-05-06T10:35:30.608" v="20"/>
          <ac:spMkLst>
            <pc:docMk/>
            <pc:sldMk cId="1834723639" sldId="265"/>
            <ac:spMk id="11" creationId="{871AEA07-1E14-44B4-8E55-64EF049CD66F}"/>
          </ac:spMkLst>
        </pc:spChg>
        <pc:cxnChg chg="add del">
          <ac:chgData name="Owen Keast (Student)" userId="S::ok344493@truro-penwith.ac.uk::8e714696-6691-4402-b009-0899cc5cdbb4" providerId="AD" clId="Web-{6CEF1E03-BF8C-AFF6-9307-28440940297C}" dt="2025-05-06T10:34:11.496" v="4"/>
          <ac:cxnSpMkLst>
            <pc:docMk/>
            <pc:sldMk cId="1834723639" sldId="265"/>
            <ac:cxnSpMk id="13" creationId="{F7C8EA93-3210-4C62-99E9-153C275E3A87}"/>
          </ac:cxnSpMkLst>
        </pc:cxnChg>
      </pc:sldChg>
      <pc:sldChg chg="addSp delSp modSp mod setBg modClrScheme delDesignElem chgLayout">
        <pc:chgData name="Owen Keast (Student)" userId="S::ok344493@truro-penwith.ac.uk::8e714696-6691-4402-b009-0899cc5cdbb4" providerId="AD" clId="Web-{6CEF1E03-BF8C-AFF6-9307-28440940297C}" dt="2025-05-06T10:36:37.938" v="39"/>
        <pc:sldMkLst>
          <pc:docMk/>
          <pc:sldMk cId="3442617906" sldId="266"/>
        </pc:sldMkLst>
        <pc:spChg chg="mod ord">
          <ac:chgData name="Owen Keast (Student)" userId="S::ok344493@truro-penwith.ac.uk::8e714696-6691-4402-b009-0899cc5cdbb4" providerId="AD" clId="Web-{6CEF1E03-BF8C-AFF6-9307-28440940297C}" dt="2025-05-06T10:36:36.875" v="38" actId="20577"/>
          <ac:spMkLst>
            <pc:docMk/>
            <pc:sldMk cId="3442617906" sldId="266"/>
            <ac:spMk id="2" creationId="{FFA28D79-2DE6-3E91-3379-F57E8158F019}"/>
          </ac:spMkLst>
        </pc:spChg>
        <pc:spChg chg="mod ord">
          <ac:chgData name="Owen Keast (Student)" userId="S::ok344493@truro-penwith.ac.uk::8e714696-6691-4402-b009-0899cc5cdbb4" providerId="AD" clId="Web-{6CEF1E03-BF8C-AFF6-9307-28440940297C}" dt="2025-05-06T10:36:36.391" v="37" actId="20577"/>
          <ac:spMkLst>
            <pc:docMk/>
            <pc:sldMk cId="3442617906" sldId="266"/>
            <ac:spMk id="3" creationId="{29A755A1-4AF7-6A81-593C-2BF478314293}"/>
          </ac:spMkLst>
        </pc:spChg>
        <pc:spChg chg="add del">
          <ac:chgData name="Owen Keast (Student)" userId="S::ok344493@truro-penwith.ac.uk::8e714696-6691-4402-b009-0899cc5cdbb4" providerId="AD" clId="Web-{6CEF1E03-BF8C-AFF6-9307-28440940297C}" dt="2025-05-06T10:34:11.496" v="4"/>
          <ac:spMkLst>
            <pc:docMk/>
            <pc:sldMk cId="3442617906" sldId="266"/>
            <ac:spMk id="26" creationId="{201CC55D-ED54-4C5C-95E6-10947BD1103B}"/>
          </ac:spMkLst>
        </pc:spChg>
        <pc:spChg chg="add del">
          <ac:chgData name="Owen Keast (Student)" userId="S::ok344493@truro-penwith.ac.uk::8e714696-6691-4402-b009-0899cc5cdbb4" providerId="AD" clId="Web-{6CEF1E03-BF8C-AFF6-9307-28440940297C}" dt="2025-05-06T10:34:11.496" v="4"/>
          <ac:spMkLst>
            <pc:docMk/>
            <pc:sldMk cId="3442617906" sldId="266"/>
            <ac:spMk id="32" creationId="{3873B707-463F-40B0-8227-E8CC6C67EB25}"/>
          </ac:spMkLst>
        </pc:spChg>
        <pc:spChg chg="add del">
          <ac:chgData name="Owen Keast (Student)" userId="S::ok344493@truro-penwith.ac.uk::8e714696-6691-4402-b009-0899cc5cdbb4" providerId="AD" clId="Web-{6CEF1E03-BF8C-AFF6-9307-28440940297C}" dt="2025-05-06T10:34:11.496" v="4"/>
          <ac:spMkLst>
            <pc:docMk/>
            <pc:sldMk cId="3442617906" sldId="266"/>
            <ac:spMk id="34" creationId="{C13237C8-E62C-4F0D-A318-BD6FB6C2D138}"/>
          </ac:spMkLst>
        </pc:spChg>
        <pc:spChg chg="add del">
          <ac:chgData name="Owen Keast (Student)" userId="S::ok344493@truro-penwith.ac.uk::8e714696-6691-4402-b009-0899cc5cdbb4" providerId="AD" clId="Web-{6CEF1E03-BF8C-AFF6-9307-28440940297C}" dt="2025-05-06T10:34:11.496" v="4"/>
          <ac:spMkLst>
            <pc:docMk/>
            <pc:sldMk cId="3442617906" sldId="266"/>
            <ac:spMk id="36" creationId="{19C9EAEA-39D0-4B0E-A0EB-51E7B26740B1}"/>
          </ac:spMkLst>
        </pc:spChg>
        <pc:grpChg chg="add del">
          <ac:chgData name="Owen Keast (Student)" userId="S::ok344493@truro-penwith.ac.uk::8e714696-6691-4402-b009-0899cc5cdbb4" providerId="AD" clId="Web-{6CEF1E03-BF8C-AFF6-9307-28440940297C}" dt="2025-05-06T10:34:11.496" v="4"/>
          <ac:grpSpMkLst>
            <pc:docMk/>
            <pc:sldMk cId="3442617906" sldId="266"/>
            <ac:grpSpMk id="28" creationId="{1DE889C7-FAD6-4397-98E2-05D503484459}"/>
          </ac:grpSpMkLst>
        </pc:grpChg>
      </pc:sldChg>
      <pc:sldChg chg="addSp delSp modSp mod setBg modClrScheme delDesignElem chgLayout">
        <pc:chgData name="Owen Keast (Student)" userId="S::ok344493@truro-penwith.ac.uk::8e714696-6691-4402-b009-0899cc5cdbb4" providerId="AD" clId="Web-{6CEF1E03-BF8C-AFF6-9307-28440940297C}" dt="2025-05-06T10:36:27.250" v="36"/>
        <pc:sldMkLst>
          <pc:docMk/>
          <pc:sldMk cId="3017521607" sldId="267"/>
        </pc:sldMkLst>
        <pc:spChg chg="mod ord">
          <ac:chgData name="Owen Keast (Student)" userId="S::ok344493@truro-penwith.ac.uk::8e714696-6691-4402-b009-0899cc5cdbb4" providerId="AD" clId="Web-{6CEF1E03-BF8C-AFF6-9307-28440940297C}" dt="2025-05-06T10:36:21.828" v="34" actId="20577"/>
          <ac:spMkLst>
            <pc:docMk/>
            <pc:sldMk cId="3017521607" sldId="267"/>
            <ac:spMk id="2" creationId="{A531AC8B-9697-54A6-6EE9-9BC33F274614}"/>
          </ac:spMkLst>
        </pc:spChg>
        <pc:spChg chg="add del">
          <ac:chgData name="Owen Keast (Student)" userId="S::ok344493@truro-penwith.ac.uk::8e714696-6691-4402-b009-0899cc5cdbb4" providerId="AD" clId="Web-{6CEF1E03-BF8C-AFF6-9307-28440940297C}" dt="2025-05-06T10:34:11.496" v="4"/>
          <ac:spMkLst>
            <pc:docMk/>
            <pc:sldMk cId="3017521607" sldId="267"/>
            <ac:spMk id="7" creationId="{174AF90C-8153-ED6C-9291-4E3AD933EF22}"/>
          </ac:spMkLst>
        </pc:spChg>
        <pc:spChg chg="add del">
          <ac:chgData name="Owen Keast (Student)" userId="S::ok344493@truro-penwith.ac.uk::8e714696-6691-4402-b009-0899cc5cdbb4" providerId="AD" clId="Web-{6CEF1E03-BF8C-AFF6-9307-28440940297C}" dt="2025-05-06T10:34:11.496" v="4"/>
          <ac:spMkLst>
            <pc:docMk/>
            <pc:sldMk cId="3017521607" sldId="267"/>
            <ac:spMk id="9" creationId="{8FC57DDC-0A36-29BE-CDE4-B3B1849829FB}"/>
          </ac:spMkLst>
        </pc:spChg>
        <pc:spChg chg="add del mod">
          <ac:chgData name="Owen Keast (Student)" userId="S::ok344493@truro-penwith.ac.uk::8e714696-6691-4402-b009-0899cc5cdbb4" providerId="AD" clId="Web-{6CEF1E03-BF8C-AFF6-9307-28440940297C}" dt="2025-05-06T10:36:27.250" v="36"/>
          <ac:spMkLst>
            <pc:docMk/>
            <pc:sldMk cId="3017521607" sldId="267"/>
            <ac:spMk id="11" creationId="{C20318E5-9BEC-520D-4B60-B1120811D2A3}"/>
          </ac:spMkLst>
        </pc:spChg>
        <pc:cxnChg chg="add del">
          <ac:chgData name="Owen Keast (Student)" userId="S::ok344493@truro-penwith.ac.uk::8e714696-6691-4402-b009-0899cc5cdbb4" providerId="AD" clId="Web-{6CEF1E03-BF8C-AFF6-9307-28440940297C}" dt="2025-05-06T10:34:11.496" v="4"/>
          <ac:cxnSpMkLst>
            <pc:docMk/>
            <pc:sldMk cId="3017521607" sldId="267"/>
            <ac:cxnSpMk id="13" creationId="{78F0D681-110E-9674-3444-3B236FC9CB23}"/>
          </ac:cxnSpMkLst>
        </pc:cxnChg>
      </pc:sldChg>
      <pc:sldChg chg="addSp delSp modSp mod setBg modClrScheme delDesignElem chgLayout">
        <pc:chgData name="Owen Keast (Student)" userId="S::ok344493@truro-penwith.ac.uk::8e714696-6691-4402-b009-0899cc5cdbb4" providerId="AD" clId="Web-{6CEF1E03-BF8C-AFF6-9307-28440940297C}" dt="2025-05-06T10:34:40.387" v="10"/>
        <pc:sldMkLst>
          <pc:docMk/>
          <pc:sldMk cId="1184692853" sldId="268"/>
        </pc:sldMkLst>
        <pc:spChg chg="mod ord">
          <ac:chgData name="Owen Keast (Student)" userId="S::ok344493@truro-penwith.ac.uk::8e714696-6691-4402-b009-0899cc5cdbb4" providerId="AD" clId="Web-{6CEF1E03-BF8C-AFF6-9307-28440940297C}" dt="2025-05-06T10:34:37.137" v="9" actId="20577"/>
          <ac:spMkLst>
            <pc:docMk/>
            <pc:sldMk cId="1184692853" sldId="268"/>
            <ac:spMk id="2" creationId="{B5974218-D117-7BB6-772A-3BB8174628BD}"/>
          </ac:spMkLst>
        </pc:spChg>
        <pc:spChg chg="mod ord">
          <ac:chgData name="Owen Keast (Student)" userId="S::ok344493@truro-penwith.ac.uk::8e714696-6691-4402-b009-0899cc5cdbb4" providerId="AD" clId="Web-{6CEF1E03-BF8C-AFF6-9307-28440940297C}" dt="2025-05-06T10:34:33.731" v="8" actId="20577"/>
          <ac:spMkLst>
            <pc:docMk/>
            <pc:sldMk cId="1184692853" sldId="268"/>
            <ac:spMk id="3" creationId="{8B2E1205-D873-F146-EC0A-23B9EA6DEBFE}"/>
          </ac:spMkLst>
        </pc:spChg>
        <pc:spChg chg="add del">
          <ac:chgData name="Owen Keast (Student)" userId="S::ok344493@truro-penwith.ac.uk::8e714696-6691-4402-b009-0899cc5cdbb4" providerId="AD" clId="Web-{6CEF1E03-BF8C-AFF6-9307-28440940297C}" dt="2025-05-06T10:34:11.496" v="4"/>
          <ac:spMkLst>
            <pc:docMk/>
            <pc:sldMk cId="1184692853" sldId="268"/>
            <ac:spMk id="42" creationId="{201CC55D-ED54-4C5C-95E6-10947BD1103B}"/>
          </ac:spMkLst>
        </pc:spChg>
        <pc:spChg chg="add del">
          <ac:chgData name="Owen Keast (Student)" userId="S::ok344493@truro-penwith.ac.uk::8e714696-6691-4402-b009-0899cc5cdbb4" providerId="AD" clId="Web-{6CEF1E03-BF8C-AFF6-9307-28440940297C}" dt="2025-05-06T10:34:11.496" v="4"/>
          <ac:spMkLst>
            <pc:docMk/>
            <pc:sldMk cId="1184692853" sldId="268"/>
            <ac:spMk id="48" creationId="{3873B707-463F-40B0-8227-E8CC6C67EB25}"/>
          </ac:spMkLst>
        </pc:spChg>
        <pc:spChg chg="add del">
          <ac:chgData name="Owen Keast (Student)" userId="S::ok344493@truro-penwith.ac.uk::8e714696-6691-4402-b009-0899cc5cdbb4" providerId="AD" clId="Web-{6CEF1E03-BF8C-AFF6-9307-28440940297C}" dt="2025-05-06T10:34:11.496" v="4"/>
          <ac:spMkLst>
            <pc:docMk/>
            <pc:sldMk cId="1184692853" sldId="268"/>
            <ac:spMk id="50" creationId="{C13237C8-E62C-4F0D-A318-BD6FB6C2D138}"/>
          </ac:spMkLst>
        </pc:spChg>
        <pc:spChg chg="add del">
          <ac:chgData name="Owen Keast (Student)" userId="S::ok344493@truro-penwith.ac.uk::8e714696-6691-4402-b009-0899cc5cdbb4" providerId="AD" clId="Web-{6CEF1E03-BF8C-AFF6-9307-28440940297C}" dt="2025-05-06T10:34:11.496" v="4"/>
          <ac:spMkLst>
            <pc:docMk/>
            <pc:sldMk cId="1184692853" sldId="268"/>
            <ac:spMk id="52" creationId="{19C9EAEA-39D0-4B0E-A0EB-51E7B26740B1}"/>
          </ac:spMkLst>
        </pc:spChg>
        <pc:grpChg chg="add del">
          <ac:chgData name="Owen Keast (Student)" userId="S::ok344493@truro-penwith.ac.uk::8e714696-6691-4402-b009-0899cc5cdbb4" providerId="AD" clId="Web-{6CEF1E03-BF8C-AFF6-9307-28440940297C}" dt="2025-05-06T10:34:11.496" v="4"/>
          <ac:grpSpMkLst>
            <pc:docMk/>
            <pc:sldMk cId="1184692853" sldId="268"/>
            <ac:grpSpMk id="44" creationId="{1DE889C7-FAD6-4397-98E2-05D503484459}"/>
          </ac:grpSpMkLst>
        </pc:grpChg>
      </pc:sldChg>
      <pc:sldChg chg="addSp delSp modSp mod setBg modClrScheme delDesignElem chgLayout">
        <pc:chgData name="Owen Keast (Student)" userId="S::ok344493@truro-penwith.ac.uk::8e714696-6691-4402-b009-0899cc5cdbb4" providerId="AD" clId="Web-{6CEF1E03-BF8C-AFF6-9307-28440940297C}" dt="2025-05-06T10:36:47.079" v="42"/>
        <pc:sldMkLst>
          <pc:docMk/>
          <pc:sldMk cId="3079583489" sldId="269"/>
        </pc:sldMkLst>
        <pc:spChg chg="mod ord">
          <ac:chgData name="Owen Keast (Student)" userId="S::ok344493@truro-penwith.ac.uk::8e714696-6691-4402-b009-0899cc5cdbb4" providerId="AD" clId="Web-{6CEF1E03-BF8C-AFF6-9307-28440940297C}" dt="2025-05-06T10:36:45.485" v="41" actId="20577"/>
          <ac:spMkLst>
            <pc:docMk/>
            <pc:sldMk cId="3079583489" sldId="269"/>
            <ac:spMk id="2" creationId="{9E3E802E-8001-B909-C419-36DA4B253683}"/>
          </ac:spMkLst>
        </pc:spChg>
        <pc:spChg chg="mod ord">
          <ac:chgData name="Owen Keast (Student)" userId="S::ok344493@truro-penwith.ac.uk::8e714696-6691-4402-b009-0899cc5cdbb4" providerId="AD" clId="Web-{6CEF1E03-BF8C-AFF6-9307-28440940297C}" dt="2025-05-06T10:36:42" v="40" actId="20577"/>
          <ac:spMkLst>
            <pc:docMk/>
            <pc:sldMk cId="3079583489" sldId="269"/>
            <ac:spMk id="3" creationId="{A1088570-0A75-BC6A-AA00-014A1A3E5DB4}"/>
          </ac:spMkLst>
        </pc:spChg>
        <pc:spChg chg="add del">
          <ac:chgData name="Owen Keast (Student)" userId="S::ok344493@truro-penwith.ac.uk::8e714696-6691-4402-b009-0899cc5cdbb4" providerId="AD" clId="Web-{6CEF1E03-BF8C-AFF6-9307-28440940297C}" dt="2025-05-06T10:34:11.496" v="4"/>
          <ac:spMkLst>
            <pc:docMk/>
            <pc:sldMk cId="3079583489" sldId="269"/>
            <ac:spMk id="26" creationId="{800F793A-F78E-0093-D686-AC9C157EB9B5}"/>
          </ac:spMkLst>
        </pc:spChg>
        <pc:spChg chg="add del">
          <ac:chgData name="Owen Keast (Student)" userId="S::ok344493@truro-penwith.ac.uk::8e714696-6691-4402-b009-0899cc5cdbb4" providerId="AD" clId="Web-{6CEF1E03-BF8C-AFF6-9307-28440940297C}" dt="2025-05-06T10:34:11.496" v="4"/>
          <ac:spMkLst>
            <pc:docMk/>
            <pc:sldMk cId="3079583489" sldId="269"/>
            <ac:spMk id="32" creationId="{6026ED8E-2C85-A398-1465-EF7BA501CA4C}"/>
          </ac:spMkLst>
        </pc:spChg>
        <pc:spChg chg="add del">
          <ac:chgData name="Owen Keast (Student)" userId="S::ok344493@truro-penwith.ac.uk::8e714696-6691-4402-b009-0899cc5cdbb4" providerId="AD" clId="Web-{6CEF1E03-BF8C-AFF6-9307-28440940297C}" dt="2025-05-06T10:34:11.496" v="4"/>
          <ac:spMkLst>
            <pc:docMk/>
            <pc:sldMk cId="3079583489" sldId="269"/>
            <ac:spMk id="34" creationId="{8CDC0529-9F96-A423-318E-7549F9B836BD}"/>
          </ac:spMkLst>
        </pc:spChg>
        <pc:spChg chg="add del">
          <ac:chgData name="Owen Keast (Student)" userId="S::ok344493@truro-penwith.ac.uk::8e714696-6691-4402-b009-0899cc5cdbb4" providerId="AD" clId="Web-{6CEF1E03-BF8C-AFF6-9307-28440940297C}" dt="2025-05-06T10:34:11.496" v="4"/>
          <ac:spMkLst>
            <pc:docMk/>
            <pc:sldMk cId="3079583489" sldId="269"/>
            <ac:spMk id="36" creationId="{68319082-4AB7-5395-6DFB-1A05E81169B9}"/>
          </ac:spMkLst>
        </pc:spChg>
        <pc:grpChg chg="add del">
          <ac:chgData name="Owen Keast (Student)" userId="S::ok344493@truro-penwith.ac.uk::8e714696-6691-4402-b009-0899cc5cdbb4" providerId="AD" clId="Web-{6CEF1E03-BF8C-AFF6-9307-28440940297C}" dt="2025-05-06T10:34:11.496" v="4"/>
          <ac:grpSpMkLst>
            <pc:docMk/>
            <pc:sldMk cId="3079583489" sldId="269"/>
            <ac:grpSpMk id="28" creationId="{B2B2F3AE-0C53-21CC-E650-D66CC7447CE7}"/>
          </ac:grpSpMkLst>
        </pc:grpChg>
      </pc:sldChg>
      <pc:sldChg chg="addSp delSp modSp mod setBg modClrScheme delDesignElem chgLayout">
        <pc:chgData name="Owen Keast (Student)" userId="S::ok344493@truro-penwith.ac.uk::8e714696-6691-4402-b009-0899cc5cdbb4" providerId="AD" clId="Web-{6CEF1E03-BF8C-AFF6-9307-28440940297C}" dt="2025-05-06T10:36:54.720" v="45"/>
        <pc:sldMkLst>
          <pc:docMk/>
          <pc:sldMk cId="4048202110" sldId="270"/>
        </pc:sldMkLst>
        <pc:spChg chg="mod ord">
          <ac:chgData name="Owen Keast (Student)" userId="S::ok344493@truro-penwith.ac.uk::8e714696-6691-4402-b009-0899cc5cdbb4" providerId="AD" clId="Web-{6CEF1E03-BF8C-AFF6-9307-28440940297C}" dt="2025-05-06T10:36:53.126" v="44" actId="20577"/>
          <ac:spMkLst>
            <pc:docMk/>
            <pc:sldMk cId="4048202110" sldId="270"/>
            <ac:spMk id="2" creationId="{D1142823-1A0E-0CEC-5A5B-E552700E22C2}"/>
          </ac:spMkLst>
        </pc:spChg>
        <pc:spChg chg="mod ord">
          <ac:chgData name="Owen Keast (Student)" userId="S::ok344493@truro-penwith.ac.uk::8e714696-6691-4402-b009-0899cc5cdbb4" providerId="AD" clId="Web-{6CEF1E03-BF8C-AFF6-9307-28440940297C}" dt="2025-05-06T10:36:50.907" v="43" actId="20577"/>
          <ac:spMkLst>
            <pc:docMk/>
            <pc:sldMk cId="4048202110" sldId="270"/>
            <ac:spMk id="3" creationId="{7D5C87DD-11E0-B256-A4FB-4D236A515744}"/>
          </ac:spMkLst>
        </pc:spChg>
        <pc:spChg chg="add del">
          <ac:chgData name="Owen Keast (Student)" userId="S::ok344493@truro-penwith.ac.uk::8e714696-6691-4402-b009-0899cc5cdbb4" providerId="AD" clId="Web-{6CEF1E03-BF8C-AFF6-9307-28440940297C}" dt="2025-05-06T10:34:11.496" v="4"/>
          <ac:spMkLst>
            <pc:docMk/>
            <pc:sldMk cId="4048202110" sldId="270"/>
            <ac:spMk id="45" creationId="{55222F96-971A-4F90-B841-6BAB416C7AC1}"/>
          </ac:spMkLst>
        </pc:spChg>
        <pc:spChg chg="add del">
          <ac:chgData name="Owen Keast (Student)" userId="S::ok344493@truro-penwith.ac.uk::8e714696-6691-4402-b009-0899cc5cdbb4" providerId="AD" clId="Web-{6CEF1E03-BF8C-AFF6-9307-28440940297C}" dt="2025-05-06T10:34:11.496" v="4"/>
          <ac:spMkLst>
            <pc:docMk/>
            <pc:sldMk cId="4048202110" sldId="270"/>
            <ac:spMk id="53" creationId="{DBC6133C-0615-4CE4-9132-37E609A9BDFA}"/>
          </ac:spMkLst>
        </pc:spChg>
        <pc:spChg chg="add del">
          <ac:chgData name="Owen Keast (Student)" userId="S::ok344493@truro-penwith.ac.uk::8e714696-6691-4402-b009-0899cc5cdbb4" providerId="AD" clId="Web-{6CEF1E03-BF8C-AFF6-9307-28440940297C}" dt="2025-05-06T10:34:11.496" v="4"/>
          <ac:spMkLst>
            <pc:docMk/>
            <pc:sldMk cId="4048202110" sldId="270"/>
            <ac:spMk id="54" creationId="{169CC832-2974-4E8D-90ED-3E2941BA7336}"/>
          </ac:spMkLst>
        </pc:spChg>
        <pc:spChg chg="add del">
          <ac:chgData name="Owen Keast (Student)" userId="S::ok344493@truro-penwith.ac.uk::8e714696-6691-4402-b009-0899cc5cdbb4" providerId="AD" clId="Web-{6CEF1E03-BF8C-AFF6-9307-28440940297C}" dt="2025-05-06T10:34:11.496" v="4"/>
          <ac:spMkLst>
            <pc:docMk/>
            <pc:sldMk cId="4048202110" sldId="270"/>
            <ac:spMk id="55" creationId="{08980754-6F4B-43C9-B9BE-127B6BED6586}"/>
          </ac:spMkLst>
        </pc:spChg>
        <pc:spChg chg="add del">
          <ac:chgData name="Owen Keast (Student)" userId="S::ok344493@truro-penwith.ac.uk::8e714696-6691-4402-b009-0899cc5cdbb4" providerId="AD" clId="Web-{6CEF1E03-BF8C-AFF6-9307-28440940297C}" dt="2025-05-06T10:34:11.496" v="4"/>
          <ac:spMkLst>
            <pc:docMk/>
            <pc:sldMk cId="4048202110" sldId="270"/>
            <ac:spMk id="56" creationId="{2C1BBA94-3F40-40AA-8BB9-E69E25E537C1}"/>
          </ac:spMkLst>
        </pc:spChg>
      </pc:sldChg>
      <pc:sldChg chg="add del addAnim delAnim modAnim">
        <pc:chgData name="Owen Keast (Student)" userId="S::ok344493@truro-penwith.ac.uk::8e714696-6691-4402-b009-0899cc5cdbb4" providerId="AD" clId="Web-{6CEF1E03-BF8C-AFF6-9307-28440940297C}" dt="2025-05-06T10:41:34.134" v="56"/>
        <pc:sldMkLst>
          <pc:docMk/>
          <pc:sldMk cId="4237893309" sldId="294"/>
        </pc:sldMkLst>
      </pc:sldChg>
      <pc:sldMasterChg chg="add del addSldLayout delSldLayout">
        <pc:chgData name="Owen Keast (Student)" userId="S::ok344493@truro-penwith.ac.uk::8e714696-6691-4402-b009-0899cc5cdbb4" providerId="AD" clId="Web-{6CEF1E03-BF8C-AFF6-9307-28440940297C}" dt="2025-05-06T10:34:11.496" v="4"/>
        <pc:sldMasterMkLst>
          <pc:docMk/>
          <pc:sldMasterMk cId="2126352306" sldId="2147483648"/>
        </pc:sldMasterMkLst>
        <pc:sldLayoutChg chg="add del">
          <pc:chgData name="Owen Keast (Student)" userId="S::ok344493@truro-penwith.ac.uk::8e714696-6691-4402-b009-0899cc5cdbb4" providerId="AD" clId="Web-{6CEF1E03-BF8C-AFF6-9307-28440940297C}" dt="2025-05-06T10:34:11.496" v="4"/>
          <pc:sldLayoutMkLst>
            <pc:docMk/>
            <pc:sldMasterMk cId="2126352306" sldId="2147483648"/>
            <pc:sldLayoutMk cId="446660926" sldId="2147483649"/>
          </pc:sldLayoutMkLst>
        </pc:sldLayoutChg>
        <pc:sldLayoutChg chg="add del">
          <pc:chgData name="Owen Keast (Student)" userId="S::ok344493@truro-penwith.ac.uk::8e714696-6691-4402-b009-0899cc5cdbb4" providerId="AD" clId="Web-{6CEF1E03-BF8C-AFF6-9307-28440940297C}" dt="2025-05-06T10:34:11.496" v="4"/>
          <pc:sldLayoutMkLst>
            <pc:docMk/>
            <pc:sldMasterMk cId="2126352306" sldId="2147483648"/>
            <pc:sldLayoutMk cId="2150105959" sldId="2147483650"/>
          </pc:sldLayoutMkLst>
        </pc:sldLayoutChg>
        <pc:sldLayoutChg chg="add del">
          <pc:chgData name="Owen Keast (Student)" userId="S::ok344493@truro-penwith.ac.uk::8e714696-6691-4402-b009-0899cc5cdbb4" providerId="AD" clId="Web-{6CEF1E03-BF8C-AFF6-9307-28440940297C}" dt="2025-05-06T10:34:11.496" v="4"/>
          <pc:sldLayoutMkLst>
            <pc:docMk/>
            <pc:sldMasterMk cId="2126352306" sldId="2147483648"/>
            <pc:sldLayoutMk cId="1804458622" sldId="2147483651"/>
          </pc:sldLayoutMkLst>
        </pc:sldLayoutChg>
        <pc:sldLayoutChg chg="add del">
          <pc:chgData name="Owen Keast (Student)" userId="S::ok344493@truro-penwith.ac.uk::8e714696-6691-4402-b009-0899cc5cdbb4" providerId="AD" clId="Web-{6CEF1E03-BF8C-AFF6-9307-28440940297C}" dt="2025-05-06T10:34:11.496" v="4"/>
          <pc:sldLayoutMkLst>
            <pc:docMk/>
            <pc:sldMasterMk cId="2126352306" sldId="2147483648"/>
            <pc:sldLayoutMk cId="4206709330" sldId="2147483652"/>
          </pc:sldLayoutMkLst>
        </pc:sldLayoutChg>
        <pc:sldLayoutChg chg="add del">
          <pc:chgData name="Owen Keast (Student)" userId="S::ok344493@truro-penwith.ac.uk::8e714696-6691-4402-b009-0899cc5cdbb4" providerId="AD" clId="Web-{6CEF1E03-BF8C-AFF6-9307-28440940297C}" dt="2025-05-06T10:34:11.496" v="4"/>
          <pc:sldLayoutMkLst>
            <pc:docMk/>
            <pc:sldMasterMk cId="2126352306" sldId="2147483648"/>
            <pc:sldLayoutMk cId="119418843" sldId="2147483653"/>
          </pc:sldLayoutMkLst>
        </pc:sldLayoutChg>
        <pc:sldLayoutChg chg="add del">
          <pc:chgData name="Owen Keast (Student)" userId="S::ok344493@truro-penwith.ac.uk::8e714696-6691-4402-b009-0899cc5cdbb4" providerId="AD" clId="Web-{6CEF1E03-BF8C-AFF6-9307-28440940297C}" dt="2025-05-06T10:34:11.496" v="4"/>
          <pc:sldLayoutMkLst>
            <pc:docMk/>
            <pc:sldMasterMk cId="2126352306" sldId="2147483648"/>
            <pc:sldLayoutMk cId="3048014056" sldId="2147483654"/>
          </pc:sldLayoutMkLst>
        </pc:sldLayoutChg>
        <pc:sldLayoutChg chg="add del">
          <pc:chgData name="Owen Keast (Student)" userId="S::ok344493@truro-penwith.ac.uk::8e714696-6691-4402-b009-0899cc5cdbb4" providerId="AD" clId="Web-{6CEF1E03-BF8C-AFF6-9307-28440940297C}" dt="2025-05-06T10:34:11.496" v="4"/>
          <pc:sldLayoutMkLst>
            <pc:docMk/>
            <pc:sldMasterMk cId="2126352306" sldId="2147483648"/>
            <pc:sldLayoutMk cId="281242560" sldId="2147483655"/>
          </pc:sldLayoutMkLst>
        </pc:sldLayoutChg>
        <pc:sldLayoutChg chg="add del">
          <pc:chgData name="Owen Keast (Student)" userId="S::ok344493@truro-penwith.ac.uk::8e714696-6691-4402-b009-0899cc5cdbb4" providerId="AD" clId="Web-{6CEF1E03-BF8C-AFF6-9307-28440940297C}" dt="2025-05-06T10:34:11.496" v="4"/>
          <pc:sldLayoutMkLst>
            <pc:docMk/>
            <pc:sldMasterMk cId="2126352306" sldId="2147483648"/>
            <pc:sldLayoutMk cId="3425326701" sldId="2147483656"/>
          </pc:sldLayoutMkLst>
        </pc:sldLayoutChg>
        <pc:sldLayoutChg chg="add del">
          <pc:chgData name="Owen Keast (Student)" userId="S::ok344493@truro-penwith.ac.uk::8e714696-6691-4402-b009-0899cc5cdbb4" providerId="AD" clId="Web-{6CEF1E03-BF8C-AFF6-9307-28440940297C}" dt="2025-05-06T10:34:11.496" v="4"/>
          <pc:sldLayoutMkLst>
            <pc:docMk/>
            <pc:sldMasterMk cId="2126352306" sldId="2147483648"/>
            <pc:sldLayoutMk cId="4293762852" sldId="2147483657"/>
          </pc:sldLayoutMkLst>
        </pc:sldLayoutChg>
        <pc:sldLayoutChg chg="add del">
          <pc:chgData name="Owen Keast (Student)" userId="S::ok344493@truro-penwith.ac.uk::8e714696-6691-4402-b009-0899cc5cdbb4" providerId="AD" clId="Web-{6CEF1E03-BF8C-AFF6-9307-28440940297C}" dt="2025-05-06T10:34:11.496" v="4"/>
          <pc:sldLayoutMkLst>
            <pc:docMk/>
            <pc:sldMasterMk cId="2126352306" sldId="2147483648"/>
            <pc:sldLayoutMk cId="1893448118" sldId="2147483658"/>
          </pc:sldLayoutMkLst>
        </pc:sldLayoutChg>
        <pc:sldLayoutChg chg="add del">
          <pc:chgData name="Owen Keast (Student)" userId="S::ok344493@truro-penwith.ac.uk::8e714696-6691-4402-b009-0899cc5cdbb4" providerId="AD" clId="Web-{6CEF1E03-BF8C-AFF6-9307-28440940297C}" dt="2025-05-06T10:34:11.496" v="4"/>
          <pc:sldLayoutMkLst>
            <pc:docMk/>
            <pc:sldMasterMk cId="2126352306" sldId="2147483648"/>
            <pc:sldLayoutMk cId="1930477118" sldId="2147483659"/>
          </pc:sldLayoutMkLst>
        </pc:sldLayoutChg>
      </pc:sldMasterChg>
      <pc:sldMasterChg chg="add del addSldLayout delSldLayout modSldLayout">
        <pc:chgData name="Owen Keast (Student)" userId="S::ok344493@truro-penwith.ac.uk::8e714696-6691-4402-b009-0899cc5cdbb4" providerId="AD" clId="Web-{6CEF1E03-BF8C-AFF6-9307-28440940297C}" dt="2025-05-06T10:34:11.496" v="4"/>
        <pc:sldMasterMkLst>
          <pc:docMk/>
          <pc:sldMasterMk cId="1726946291" sldId="2147483660"/>
        </pc:sldMasterMkLst>
        <pc:sldLayoutChg chg="add del mod replId">
          <pc:chgData name="Owen Keast (Student)" userId="S::ok344493@truro-penwith.ac.uk::8e714696-6691-4402-b009-0899cc5cdbb4" providerId="AD" clId="Web-{6CEF1E03-BF8C-AFF6-9307-28440940297C}" dt="2025-05-06T10:34:11.496" v="4"/>
          <pc:sldLayoutMkLst>
            <pc:docMk/>
            <pc:sldMasterMk cId="1726946291" sldId="2147483660"/>
            <pc:sldLayoutMk cId="558933475" sldId="2147483661"/>
          </pc:sldLayoutMkLst>
        </pc:sldLayoutChg>
        <pc:sldLayoutChg chg="add del mod replId">
          <pc:chgData name="Owen Keast (Student)" userId="S::ok344493@truro-penwith.ac.uk::8e714696-6691-4402-b009-0899cc5cdbb4" providerId="AD" clId="Web-{6CEF1E03-BF8C-AFF6-9307-28440940297C}" dt="2025-05-06T10:34:11.496" v="4"/>
          <pc:sldLayoutMkLst>
            <pc:docMk/>
            <pc:sldMasterMk cId="1726946291" sldId="2147483660"/>
            <pc:sldLayoutMk cId="1882003600" sldId="2147483662"/>
          </pc:sldLayoutMkLst>
        </pc:sldLayoutChg>
        <pc:sldLayoutChg chg="add del mod replId">
          <pc:chgData name="Owen Keast (Student)" userId="S::ok344493@truro-penwith.ac.uk::8e714696-6691-4402-b009-0899cc5cdbb4" providerId="AD" clId="Web-{6CEF1E03-BF8C-AFF6-9307-28440940297C}" dt="2025-05-06T10:34:11.496" v="4"/>
          <pc:sldLayoutMkLst>
            <pc:docMk/>
            <pc:sldMasterMk cId="1726946291" sldId="2147483660"/>
            <pc:sldLayoutMk cId="921357072" sldId="2147483663"/>
          </pc:sldLayoutMkLst>
        </pc:sldLayoutChg>
        <pc:sldLayoutChg chg="add del mod replId">
          <pc:chgData name="Owen Keast (Student)" userId="S::ok344493@truro-penwith.ac.uk::8e714696-6691-4402-b009-0899cc5cdbb4" providerId="AD" clId="Web-{6CEF1E03-BF8C-AFF6-9307-28440940297C}" dt="2025-05-06T10:34:11.496" v="4"/>
          <pc:sldLayoutMkLst>
            <pc:docMk/>
            <pc:sldMasterMk cId="1726946291" sldId="2147483660"/>
            <pc:sldLayoutMk cId="641144005" sldId="2147483664"/>
          </pc:sldLayoutMkLst>
        </pc:sldLayoutChg>
        <pc:sldLayoutChg chg="add del mod replId">
          <pc:chgData name="Owen Keast (Student)" userId="S::ok344493@truro-penwith.ac.uk::8e714696-6691-4402-b009-0899cc5cdbb4" providerId="AD" clId="Web-{6CEF1E03-BF8C-AFF6-9307-28440940297C}" dt="2025-05-06T10:34:11.496" v="4"/>
          <pc:sldLayoutMkLst>
            <pc:docMk/>
            <pc:sldMasterMk cId="1726946291" sldId="2147483660"/>
            <pc:sldLayoutMk cId="4220387946" sldId="2147483665"/>
          </pc:sldLayoutMkLst>
        </pc:sldLayoutChg>
        <pc:sldLayoutChg chg="add del mod replId">
          <pc:chgData name="Owen Keast (Student)" userId="S::ok344493@truro-penwith.ac.uk::8e714696-6691-4402-b009-0899cc5cdbb4" providerId="AD" clId="Web-{6CEF1E03-BF8C-AFF6-9307-28440940297C}" dt="2025-05-06T10:34:11.496" v="4"/>
          <pc:sldLayoutMkLst>
            <pc:docMk/>
            <pc:sldMasterMk cId="1726946291" sldId="2147483660"/>
            <pc:sldLayoutMk cId="14141614" sldId="2147483666"/>
          </pc:sldLayoutMkLst>
        </pc:sldLayoutChg>
        <pc:sldLayoutChg chg="add del mod replId">
          <pc:chgData name="Owen Keast (Student)" userId="S::ok344493@truro-penwith.ac.uk::8e714696-6691-4402-b009-0899cc5cdbb4" providerId="AD" clId="Web-{6CEF1E03-BF8C-AFF6-9307-28440940297C}" dt="2025-05-06T10:34:11.496" v="4"/>
          <pc:sldLayoutMkLst>
            <pc:docMk/>
            <pc:sldMasterMk cId="1726946291" sldId="2147483660"/>
            <pc:sldLayoutMk cId="4013816252" sldId="2147483667"/>
          </pc:sldLayoutMkLst>
        </pc:sldLayoutChg>
        <pc:sldLayoutChg chg="add del mod replId">
          <pc:chgData name="Owen Keast (Student)" userId="S::ok344493@truro-penwith.ac.uk::8e714696-6691-4402-b009-0899cc5cdbb4" providerId="AD" clId="Web-{6CEF1E03-BF8C-AFF6-9307-28440940297C}" dt="2025-05-06T10:34:11.496" v="4"/>
          <pc:sldLayoutMkLst>
            <pc:docMk/>
            <pc:sldMasterMk cId="1726946291" sldId="2147483660"/>
            <pc:sldLayoutMk cId="3330512402" sldId="2147483668"/>
          </pc:sldLayoutMkLst>
        </pc:sldLayoutChg>
        <pc:sldLayoutChg chg="add del mod replId">
          <pc:chgData name="Owen Keast (Student)" userId="S::ok344493@truro-penwith.ac.uk::8e714696-6691-4402-b009-0899cc5cdbb4" providerId="AD" clId="Web-{6CEF1E03-BF8C-AFF6-9307-28440940297C}" dt="2025-05-06T10:34:11.496" v="4"/>
          <pc:sldLayoutMkLst>
            <pc:docMk/>
            <pc:sldMasterMk cId="1726946291" sldId="2147483660"/>
            <pc:sldLayoutMk cId="1021733420" sldId="2147483669"/>
          </pc:sldLayoutMkLst>
        </pc:sldLayoutChg>
        <pc:sldLayoutChg chg="add del mod replId">
          <pc:chgData name="Owen Keast (Student)" userId="S::ok344493@truro-penwith.ac.uk::8e714696-6691-4402-b009-0899cc5cdbb4" providerId="AD" clId="Web-{6CEF1E03-BF8C-AFF6-9307-28440940297C}" dt="2025-05-06T10:34:11.496" v="4"/>
          <pc:sldLayoutMkLst>
            <pc:docMk/>
            <pc:sldMasterMk cId="1726946291" sldId="2147483660"/>
            <pc:sldLayoutMk cId="3978321083" sldId="2147483670"/>
          </pc:sldLayoutMkLst>
        </pc:sldLayoutChg>
        <pc:sldLayoutChg chg="add del mod replId">
          <pc:chgData name="Owen Keast (Student)" userId="S::ok344493@truro-penwith.ac.uk::8e714696-6691-4402-b009-0899cc5cdbb4" providerId="AD" clId="Web-{6CEF1E03-BF8C-AFF6-9307-28440940297C}" dt="2025-05-06T10:34:11.496" v="4"/>
          <pc:sldLayoutMkLst>
            <pc:docMk/>
            <pc:sldMasterMk cId="1726946291" sldId="2147483660"/>
            <pc:sldLayoutMk cId="268296919" sldId="2147483671"/>
          </pc:sldLayoutMkLst>
        </pc:sldLayoutChg>
      </pc:sldMasterChg>
      <pc:sldMasterChg chg="add addSldLayout">
        <pc:chgData name="Owen Keast (Student)" userId="S::ok344493@truro-penwith.ac.uk::8e714696-6691-4402-b009-0899cc5cdbb4" providerId="AD" clId="Web-{6CEF1E03-BF8C-AFF6-9307-28440940297C}" dt="2025-05-06T10:38:17.441" v="48"/>
        <pc:sldMasterMkLst>
          <pc:docMk/>
          <pc:sldMasterMk cId="2460954070" sldId="2147483660"/>
        </pc:sldMasterMkLst>
        <pc:sldLayoutChg chg="add">
          <pc:chgData name="Owen Keast (Student)" userId="S::ok344493@truro-penwith.ac.uk::8e714696-6691-4402-b009-0899cc5cdbb4" providerId="AD" clId="Web-{6CEF1E03-BF8C-AFF6-9307-28440940297C}" dt="2025-05-06T10:38:17.441" v="48"/>
          <pc:sldLayoutMkLst>
            <pc:docMk/>
            <pc:sldMasterMk cId="2460954070" sldId="2147483660"/>
            <pc:sldLayoutMk cId="2385387890" sldId="2147483661"/>
          </pc:sldLayoutMkLst>
        </pc:sldLayoutChg>
        <pc:sldLayoutChg chg="add">
          <pc:chgData name="Owen Keast (Student)" userId="S::ok344493@truro-penwith.ac.uk::8e714696-6691-4402-b009-0899cc5cdbb4" providerId="AD" clId="Web-{6CEF1E03-BF8C-AFF6-9307-28440940297C}" dt="2025-05-06T10:38:17.441" v="48"/>
          <pc:sldLayoutMkLst>
            <pc:docMk/>
            <pc:sldMasterMk cId="2460954070" sldId="2147483660"/>
            <pc:sldLayoutMk cId="949138452" sldId="2147483662"/>
          </pc:sldLayoutMkLst>
        </pc:sldLayoutChg>
        <pc:sldLayoutChg chg="add">
          <pc:chgData name="Owen Keast (Student)" userId="S::ok344493@truro-penwith.ac.uk::8e714696-6691-4402-b009-0899cc5cdbb4" providerId="AD" clId="Web-{6CEF1E03-BF8C-AFF6-9307-28440940297C}" dt="2025-05-06T10:38:17.441" v="48"/>
          <pc:sldLayoutMkLst>
            <pc:docMk/>
            <pc:sldMasterMk cId="2460954070" sldId="2147483660"/>
            <pc:sldLayoutMk cId="2591524520" sldId="2147483663"/>
          </pc:sldLayoutMkLst>
        </pc:sldLayoutChg>
        <pc:sldLayoutChg chg="add">
          <pc:chgData name="Owen Keast (Student)" userId="S::ok344493@truro-penwith.ac.uk::8e714696-6691-4402-b009-0899cc5cdbb4" providerId="AD" clId="Web-{6CEF1E03-BF8C-AFF6-9307-28440940297C}" dt="2025-05-06T10:38:17.441" v="48"/>
          <pc:sldLayoutMkLst>
            <pc:docMk/>
            <pc:sldMasterMk cId="2460954070" sldId="2147483660"/>
            <pc:sldLayoutMk cId="1203092039" sldId="2147483664"/>
          </pc:sldLayoutMkLst>
        </pc:sldLayoutChg>
        <pc:sldLayoutChg chg="add">
          <pc:chgData name="Owen Keast (Student)" userId="S::ok344493@truro-penwith.ac.uk::8e714696-6691-4402-b009-0899cc5cdbb4" providerId="AD" clId="Web-{6CEF1E03-BF8C-AFF6-9307-28440940297C}" dt="2025-05-06T10:38:17.441" v="48"/>
          <pc:sldLayoutMkLst>
            <pc:docMk/>
            <pc:sldMasterMk cId="2460954070" sldId="2147483660"/>
            <pc:sldLayoutMk cId="3733172339" sldId="2147483665"/>
          </pc:sldLayoutMkLst>
        </pc:sldLayoutChg>
        <pc:sldLayoutChg chg="add">
          <pc:chgData name="Owen Keast (Student)" userId="S::ok344493@truro-penwith.ac.uk::8e714696-6691-4402-b009-0899cc5cdbb4" providerId="AD" clId="Web-{6CEF1E03-BF8C-AFF6-9307-28440940297C}" dt="2025-05-06T10:38:17.441" v="48"/>
          <pc:sldLayoutMkLst>
            <pc:docMk/>
            <pc:sldMasterMk cId="2460954070" sldId="2147483660"/>
            <pc:sldLayoutMk cId="3210312558" sldId="2147483666"/>
          </pc:sldLayoutMkLst>
        </pc:sldLayoutChg>
        <pc:sldLayoutChg chg="add">
          <pc:chgData name="Owen Keast (Student)" userId="S::ok344493@truro-penwith.ac.uk::8e714696-6691-4402-b009-0899cc5cdbb4" providerId="AD" clId="Web-{6CEF1E03-BF8C-AFF6-9307-28440940297C}" dt="2025-05-06T10:38:17.441" v="48"/>
          <pc:sldLayoutMkLst>
            <pc:docMk/>
            <pc:sldMasterMk cId="2460954070" sldId="2147483660"/>
            <pc:sldLayoutMk cId="3146388984" sldId="2147483667"/>
          </pc:sldLayoutMkLst>
        </pc:sldLayoutChg>
        <pc:sldLayoutChg chg="add">
          <pc:chgData name="Owen Keast (Student)" userId="S::ok344493@truro-penwith.ac.uk::8e714696-6691-4402-b009-0899cc5cdbb4" providerId="AD" clId="Web-{6CEF1E03-BF8C-AFF6-9307-28440940297C}" dt="2025-05-06T10:38:17.441" v="48"/>
          <pc:sldLayoutMkLst>
            <pc:docMk/>
            <pc:sldMasterMk cId="2460954070" sldId="2147483660"/>
            <pc:sldLayoutMk cId="3171841454" sldId="2147483668"/>
          </pc:sldLayoutMkLst>
        </pc:sldLayoutChg>
        <pc:sldLayoutChg chg="add">
          <pc:chgData name="Owen Keast (Student)" userId="S::ok344493@truro-penwith.ac.uk::8e714696-6691-4402-b009-0899cc5cdbb4" providerId="AD" clId="Web-{6CEF1E03-BF8C-AFF6-9307-28440940297C}" dt="2025-05-06T10:38:17.441" v="48"/>
          <pc:sldLayoutMkLst>
            <pc:docMk/>
            <pc:sldMasterMk cId="2460954070" sldId="2147483660"/>
            <pc:sldLayoutMk cId="1718958274" sldId="2147483669"/>
          </pc:sldLayoutMkLst>
        </pc:sldLayoutChg>
        <pc:sldLayoutChg chg="add">
          <pc:chgData name="Owen Keast (Student)" userId="S::ok344493@truro-penwith.ac.uk::8e714696-6691-4402-b009-0899cc5cdbb4" providerId="AD" clId="Web-{6CEF1E03-BF8C-AFF6-9307-28440940297C}" dt="2025-05-06T10:38:17.441" v="48"/>
          <pc:sldLayoutMkLst>
            <pc:docMk/>
            <pc:sldMasterMk cId="2460954070" sldId="2147483660"/>
            <pc:sldLayoutMk cId="2202905451" sldId="2147483670"/>
          </pc:sldLayoutMkLst>
        </pc:sldLayoutChg>
        <pc:sldLayoutChg chg="add">
          <pc:chgData name="Owen Keast (Student)" userId="S::ok344493@truro-penwith.ac.uk::8e714696-6691-4402-b009-0899cc5cdbb4" providerId="AD" clId="Web-{6CEF1E03-BF8C-AFF6-9307-28440940297C}" dt="2025-05-06T10:38:17.441" v="48"/>
          <pc:sldLayoutMkLst>
            <pc:docMk/>
            <pc:sldMasterMk cId="2460954070" sldId="2147483660"/>
            <pc:sldLayoutMk cId="3479445657" sldId="2147483671"/>
          </pc:sldLayoutMkLst>
        </pc:sldLayoutChg>
      </pc:sldMasterChg>
    </pc:docChg>
  </pc:docChgLst>
  <pc:docChgLst>
    <pc:chgData name="Fin Jackman (Student)" userId="cb3da047-b560-4041-9c27-a3c26284a4ab" providerId="ADAL" clId="{CDC19D8D-A492-451B-9B8E-AA69F93ED97C}"/>
    <pc:docChg chg="delSld modSld">
      <pc:chgData name="Fin Jackman (Student)" userId="cb3da047-b560-4041-9c27-a3c26284a4ab" providerId="ADAL" clId="{CDC19D8D-A492-451B-9B8E-AA69F93ED97C}" dt="2025-05-06T14:53:08.305" v="2" actId="47"/>
      <pc:docMkLst>
        <pc:docMk/>
      </pc:docMkLst>
      <pc:sldChg chg="del">
        <pc:chgData name="Fin Jackman (Student)" userId="cb3da047-b560-4041-9c27-a3c26284a4ab" providerId="ADAL" clId="{CDC19D8D-A492-451B-9B8E-AA69F93ED97C}" dt="2025-05-06T14:53:08.305" v="2" actId="47"/>
        <pc:sldMkLst>
          <pc:docMk/>
          <pc:sldMk cId="4286676401" sldId="259"/>
        </pc:sldMkLst>
      </pc:sldChg>
      <pc:sldChg chg="addSp modSp mod">
        <pc:chgData name="Fin Jackman (Student)" userId="cb3da047-b560-4041-9c27-a3c26284a4ab" providerId="ADAL" clId="{CDC19D8D-A492-451B-9B8E-AA69F93ED97C}" dt="2025-05-06T14:53:05.672" v="1" actId="1076"/>
        <pc:sldMkLst>
          <pc:docMk/>
          <pc:sldMk cId="1877648042" sldId="260"/>
        </pc:sldMkLst>
        <pc:spChg chg="add mod">
          <ac:chgData name="Fin Jackman (Student)" userId="cb3da047-b560-4041-9c27-a3c26284a4ab" providerId="ADAL" clId="{CDC19D8D-A492-451B-9B8E-AA69F93ED97C}" dt="2025-05-06T14:53:05.672" v="1" actId="1076"/>
          <ac:spMkLst>
            <pc:docMk/>
            <pc:sldMk cId="1877648042" sldId="260"/>
            <ac:spMk id="4" creationId="{4999FAAE-7925-5655-9F62-5FC5174CAD17}"/>
          </ac:spMkLst>
        </pc:spChg>
      </pc:sldChg>
    </pc:docChg>
  </pc:docChgLst>
  <pc:docChgLst>
    <pc:chgData name="Harry Waddington (Student)" userId="S::hw448427@truro-penwith.ac.uk::cf782770-fd3c-4534-b86b-dad2538f5cdf" providerId="AD" clId="Web-{DA518312-2C45-DC4D-B82D-90DD3D875BD2}"/>
    <pc:docChg chg="addSld delSld modSld sldOrd">
      <pc:chgData name="Harry Waddington (Student)" userId="S::hw448427@truro-penwith.ac.uk::cf782770-fd3c-4534-b86b-dad2538f5cdf" providerId="AD" clId="Web-{DA518312-2C45-DC4D-B82D-90DD3D875BD2}" dt="2025-04-30T22:23:26.128" v="924"/>
      <pc:docMkLst>
        <pc:docMk/>
      </pc:docMkLst>
      <pc:sldChg chg="addSp delSp modSp del mod setBg modNotes">
        <pc:chgData name="Harry Waddington (Student)" userId="S::hw448427@truro-penwith.ac.uk::cf782770-fd3c-4534-b86b-dad2538f5cdf" providerId="AD" clId="Web-{DA518312-2C45-DC4D-B82D-90DD3D875BD2}" dt="2025-04-30T22:10:25.225" v="551"/>
        <pc:sldMkLst>
          <pc:docMk/>
          <pc:sldMk cId="44964320" sldId="258"/>
        </pc:sldMkLst>
        <pc:spChg chg="mod">
          <ac:chgData name="Harry Waddington (Student)" userId="S::hw448427@truro-penwith.ac.uk::cf782770-fd3c-4534-b86b-dad2538f5cdf" providerId="AD" clId="Web-{DA518312-2C45-DC4D-B82D-90DD3D875BD2}" dt="2025-04-30T22:08:35.373" v="520"/>
          <ac:spMkLst>
            <pc:docMk/>
            <pc:sldMk cId="44964320" sldId="258"/>
            <ac:spMk id="2" creationId="{0FDBEC6F-AAD5-8DDB-121D-B64C15253779}"/>
          </ac:spMkLst>
        </pc:spChg>
        <pc:spChg chg="mod ord">
          <ac:chgData name="Harry Waddington (Student)" userId="S::hw448427@truro-penwith.ac.uk::cf782770-fd3c-4534-b86b-dad2538f5cdf" providerId="AD" clId="Web-{DA518312-2C45-DC4D-B82D-90DD3D875BD2}" dt="2025-04-30T22:09:03.938" v="527" actId="20577"/>
          <ac:spMkLst>
            <pc:docMk/>
            <pc:sldMk cId="44964320" sldId="258"/>
            <ac:spMk id="3" creationId="{A0FC6AE6-CD16-54C5-221A-575FEC098D6B}"/>
          </ac:spMkLst>
        </pc:spChg>
        <pc:spChg chg="add del">
          <ac:chgData name="Harry Waddington (Student)" userId="S::hw448427@truro-penwith.ac.uk::cf782770-fd3c-4534-b86b-dad2538f5cdf" providerId="AD" clId="Web-{DA518312-2C45-DC4D-B82D-90DD3D875BD2}" dt="2025-04-30T22:08:35.373" v="520"/>
          <ac:spMkLst>
            <pc:docMk/>
            <pc:sldMk cId="44964320" sldId="258"/>
            <ac:spMk id="9" creationId="{058A14AF-9FB5-4CC7-BA35-E8E85D3EDF0E}"/>
          </ac:spMkLst>
        </pc:spChg>
        <pc:spChg chg="add del">
          <ac:chgData name="Harry Waddington (Student)" userId="S::hw448427@truro-penwith.ac.uk::cf782770-fd3c-4534-b86b-dad2538f5cdf" providerId="AD" clId="Web-{DA518312-2C45-DC4D-B82D-90DD3D875BD2}" dt="2025-04-30T22:08:35.373" v="520"/>
          <ac:spMkLst>
            <pc:docMk/>
            <pc:sldMk cId="44964320" sldId="258"/>
            <ac:spMk id="11" creationId="{3A9A4357-BD1D-4622-A4FE-766E6AB8DE84}"/>
          </ac:spMkLst>
        </pc:spChg>
        <pc:spChg chg="add del">
          <ac:chgData name="Harry Waddington (Student)" userId="S::hw448427@truro-penwith.ac.uk::cf782770-fd3c-4534-b86b-dad2538f5cdf" providerId="AD" clId="Web-{DA518312-2C45-DC4D-B82D-90DD3D875BD2}" dt="2025-04-30T22:08:35.373" v="520"/>
          <ac:spMkLst>
            <pc:docMk/>
            <pc:sldMk cId="44964320" sldId="258"/>
            <ac:spMk id="13" creationId="{E659831F-0D9A-4C63-9EBB-8435B85A440F}"/>
          </ac:spMkLst>
        </pc:spChg>
        <pc:spChg chg="add del">
          <ac:chgData name="Harry Waddington (Student)" userId="S::hw448427@truro-penwith.ac.uk::cf782770-fd3c-4534-b86b-dad2538f5cdf" providerId="AD" clId="Web-{DA518312-2C45-DC4D-B82D-90DD3D875BD2}" dt="2025-04-30T22:08:35.373" v="520"/>
          <ac:spMkLst>
            <pc:docMk/>
            <pc:sldMk cId="44964320" sldId="258"/>
            <ac:spMk id="15" creationId="{E6995CE5-F890-4ABA-82A2-26507CE8D2A3}"/>
          </ac:spMkLst>
        </pc:spChg>
        <pc:spChg chg="add del">
          <ac:chgData name="Harry Waddington (Student)" userId="S::hw448427@truro-penwith.ac.uk::cf782770-fd3c-4534-b86b-dad2538f5cdf" providerId="AD" clId="Web-{DA518312-2C45-DC4D-B82D-90DD3D875BD2}" dt="2025-04-30T22:08:35.373" v="520"/>
          <ac:spMkLst>
            <pc:docMk/>
            <pc:sldMk cId="44964320" sldId="258"/>
            <ac:spMk id="20" creationId="{FFB60E8C-7224-44A4-87A0-46A1711DD2ED}"/>
          </ac:spMkLst>
        </pc:spChg>
        <pc:spChg chg="add del">
          <ac:chgData name="Harry Waddington (Student)" userId="S::hw448427@truro-penwith.ac.uk::cf782770-fd3c-4534-b86b-dad2538f5cdf" providerId="AD" clId="Web-{DA518312-2C45-DC4D-B82D-90DD3D875BD2}" dt="2025-04-30T22:08:35.373" v="520"/>
          <ac:spMkLst>
            <pc:docMk/>
            <pc:sldMk cId="44964320" sldId="258"/>
            <ac:spMk id="22" creationId="{5DA32751-37A2-45C0-BE94-63D375E27003}"/>
          </ac:spMkLst>
        </pc:spChg>
        <pc:spChg chg="add del">
          <ac:chgData name="Harry Waddington (Student)" userId="S::hw448427@truro-penwith.ac.uk::cf782770-fd3c-4534-b86b-dad2538f5cdf" providerId="AD" clId="Web-{DA518312-2C45-DC4D-B82D-90DD3D875BD2}" dt="2025-04-30T22:08:35.373" v="520"/>
          <ac:spMkLst>
            <pc:docMk/>
            <pc:sldMk cId="44964320" sldId="258"/>
            <ac:spMk id="24" creationId="{E659831F-0D9A-4C63-9EBB-8435B85A440F}"/>
          </ac:spMkLst>
        </pc:spChg>
        <pc:spChg chg="add del">
          <ac:chgData name="Harry Waddington (Student)" userId="S::hw448427@truro-penwith.ac.uk::cf782770-fd3c-4534-b86b-dad2538f5cdf" providerId="AD" clId="Web-{DA518312-2C45-DC4D-B82D-90DD3D875BD2}" dt="2025-04-30T22:08:35.373" v="520"/>
          <ac:spMkLst>
            <pc:docMk/>
            <pc:sldMk cId="44964320" sldId="258"/>
            <ac:spMk id="26" creationId="{5A55FBCD-CD42-40F5-8A1B-3203F9CAEEAA}"/>
          </ac:spMkLst>
        </pc:spChg>
        <pc:picChg chg="add mod">
          <ac:chgData name="Harry Waddington (Student)" userId="S::hw448427@truro-penwith.ac.uk::cf782770-fd3c-4534-b86b-dad2538f5cdf" providerId="AD" clId="Web-{DA518312-2C45-DC4D-B82D-90DD3D875BD2}" dt="2025-04-30T21:46:41.321" v="286"/>
          <ac:picMkLst>
            <pc:docMk/>
            <pc:sldMk cId="44964320" sldId="258"/>
            <ac:picMk id="4" creationId="{5E1A43FD-0159-F95A-8195-9FB3D4E77407}"/>
          </ac:picMkLst>
        </pc:picChg>
      </pc:sldChg>
      <pc:sldChg chg="addSp delSp modSp mod setBg">
        <pc:chgData name="Harry Waddington (Student)" userId="S::hw448427@truro-penwith.ac.uk::cf782770-fd3c-4534-b86b-dad2538f5cdf" providerId="AD" clId="Web-{DA518312-2C45-DC4D-B82D-90DD3D875BD2}" dt="2025-04-30T21:52:46.396" v="320" actId="20577"/>
        <pc:sldMkLst>
          <pc:docMk/>
          <pc:sldMk cId="669762825" sldId="261"/>
        </pc:sldMkLst>
        <pc:spChg chg="mod">
          <ac:chgData name="Harry Waddington (Student)" userId="S::hw448427@truro-penwith.ac.uk::cf782770-fd3c-4534-b86b-dad2538f5cdf" providerId="AD" clId="Web-{DA518312-2C45-DC4D-B82D-90DD3D875BD2}" dt="2025-04-30T21:52:46.396" v="320" actId="20577"/>
          <ac:spMkLst>
            <pc:docMk/>
            <pc:sldMk cId="669762825" sldId="261"/>
            <ac:spMk id="2" creationId="{4C9296BC-A6F2-C44E-DA63-4283145EDE78}"/>
          </ac:spMkLst>
        </pc:spChg>
        <pc:spChg chg="mod">
          <ac:chgData name="Harry Waddington (Student)" userId="S::hw448427@truro-penwith.ac.uk::cf782770-fd3c-4534-b86b-dad2538f5cdf" providerId="AD" clId="Web-{DA518312-2C45-DC4D-B82D-90DD3D875BD2}" dt="2025-04-30T21:47:31.544" v="291"/>
          <ac:spMkLst>
            <pc:docMk/>
            <pc:sldMk cId="669762825" sldId="261"/>
            <ac:spMk id="3" creationId="{F9B3F375-BE4C-3587-7CCC-7D1231AA9532}"/>
          </ac:spMkLst>
        </pc:spChg>
        <pc:spChg chg="add del">
          <ac:chgData name="Harry Waddington (Student)" userId="S::hw448427@truro-penwith.ac.uk::cf782770-fd3c-4534-b86b-dad2538f5cdf" providerId="AD" clId="Web-{DA518312-2C45-DC4D-B82D-90DD3D875BD2}" dt="2025-04-30T21:47:31.544" v="290"/>
          <ac:spMkLst>
            <pc:docMk/>
            <pc:sldMk cId="669762825" sldId="261"/>
            <ac:spMk id="9" creationId="{058A14AF-9FB5-4CC7-BA35-E8E85D3EDF0E}"/>
          </ac:spMkLst>
        </pc:spChg>
        <pc:spChg chg="add del">
          <ac:chgData name="Harry Waddington (Student)" userId="S::hw448427@truro-penwith.ac.uk::cf782770-fd3c-4534-b86b-dad2538f5cdf" providerId="AD" clId="Web-{DA518312-2C45-DC4D-B82D-90DD3D875BD2}" dt="2025-04-30T21:47:31.544" v="290"/>
          <ac:spMkLst>
            <pc:docMk/>
            <pc:sldMk cId="669762825" sldId="261"/>
            <ac:spMk id="11" creationId="{3A9A4357-BD1D-4622-A4FE-766E6AB8DE84}"/>
          </ac:spMkLst>
        </pc:spChg>
        <pc:spChg chg="add del">
          <ac:chgData name="Harry Waddington (Student)" userId="S::hw448427@truro-penwith.ac.uk::cf782770-fd3c-4534-b86b-dad2538f5cdf" providerId="AD" clId="Web-{DA518312-2C45-DC4D-B82D-90DD3D875BD2}" dt="2025-04-30T21:47:31.544" v="290"/>
          <ac:spMkLst>
            <pc:docMk/>
            <pc:sldMk cId="669762825" sldId="261"/>
            <ac:spMk id="13" creationId="{E659831F-0D9A-4C63-9EBB-8435B85A440F}"/>
          </ac:spMkLst>
        </pc:spChg>
        <pc:spChg chg="add del">
          <ac:chgData name="Harry Waddington (Student)" userId="S::hw448427@truro-penwith.ac.uk::cf782770-fd3c-4534-b86b-dad2538f5cdf" providerId="AD" clId="Web-{DA518312-2C45-DC4D-B82D-90DD3D875BD2}" dt="2025-04-30T21:47:31.544" v="290"/>
          <ac:spMkLst>
            <pc:docMk/>
            <pc:sldMk cId="669762825" sldId="261"/>
            <ac:spMk id="15" creationId="{E6995CE5-F890-4ABA-82A2-26507CE8D2A3}"/>
          </ac:spMkLst>
        </pc:spChg>
        <pc:spChg chg="add del">
          <ac:chgData name="Harry Waddington (Student)" userId="S::hw448427@truro-penwith.ac.uk::cf782770-fd3c-4534-b86b-dad2538f5cdf" providerId="AD" clId="Web-{DA518312-2C45-DC4D-B82D-90DD3D875BD2}" dt="2025-04-30T21:50:06.399" v="305"/>
          <ac:spMkLst>
            <pc:docMk/>
            <pc:sldMk cId="669762825" sldId="261"/>
            <ac:spMk id="17" creationId="{C13237C8-E62C-4F0D-A318-BD6FB6C2D138}"/>
          </ac:spMkLst>
        </pc:spChg>
        <pc:spChg chg="add del">
          <ac:chgData name="Harry Waddington (Student)" userId="S::hw448427@truro-penwith.ac.uk::cf782770-fd3c-4534-b86b-dad2538f5cdf" providerId="AD" clId="Web-{DA518312-2C45-DC4D-B82D-90DD3D875BD2}" dt="2025-04-30T21:50:06.399" v="305"/>
          <ac:spMkLst>
            <pc:docMk/>
            <pc:sldMk cId="669762825" sldId="261"/>
            <ac:spMk id="18" creationId="{201CC55D-ED54-4C5C-95E6-10947BD1103B}"/>
          </ac:spMkLst>
        </pc:spChg>
        <pc:spChg chg="add del">
          <ac:chgData name="Harry Waddington (Student)" userId="S::hw448427@truro-penwith.ac.uk::cf782770-fd3c-4534-b86b-dad2538f5cdf" providerId="AD" clId="Web-{DA518312-2C45-DC4D-B82D-90DD3D875BD2}" dt="2025-04-30T21:50:06.399" v="305"/>
          <ac:spMkLst>
            <pc:docMk/>
            <pc:sldMk cId="669762825" sldId="261"/>
            <ac:spMk id="19" creationId="{19C9EAEA-39D0-4B0E-A0EB-51E7B26740B1}"/>
          </ac:spMkLst>
        </pc:spChg>
        <pc:spChg chg="add del">
          <ac:chgData name="Harry Waddington (Student)" userId="S::hw448427@truro-penwith.ac.uk::cf782770-fd3c-4534-b86b-dad2538f5cdf" providerId="AD" clId="Web-{DA518312-2C45-DC4D-B82D-90DD3D875BD2}" dt="2025-04-30T21:50:06.399" v="305"/>
          <ac:spMkLst>
            <pc:docMk/>
            <pc:sldMk cId="669762825" sldId="261"/>
            <ac:spMk id="22" creationId="{3873B707-463F-40B0-8227-E8CC6C67EB25}"/>
          </ac:spMkLst>
        </pc:spChg>
        <pc:spChg chg="add">
          <ac:chgData name="Harry Waddington (Student)" userId="S::hw448427@truro-penwith.ac.uk::cf782770-fd3c-4534-b86b-dad2538f5cdf" providerId="AD" clId="Web-{DA518312-2C45-DC4D-B82D-90DD3D875BD2}" dt="2025-04-30T21:50:06.399" v="305"/>
          <ac:spMkLst>
            <pc:docMk/>
            <pc:sldMk cId="669762825" sldId="261"/>
            <ac:spMk id="27" creationId="{201CC55D-ED54-4C5C-95E6-10947BD1103B}"/>
          </ac:spMkLst>
        </pc:spChg>
        <pc:spChg chg="add">
          <ac:chgData name="Harry Waddington (Student)" userId="S::hw448427@truro-penwith.ac.uk::cf782770-fd3c-4534-b86b-dad2538f5cdf" providerId="AD" clId="Web-{DA518312-2C45-DC4D-B82D-90DD3D875BD2}" dt="2025-04-30T21:50:06.399" v="305"/>
          <ac:spMkLst>
            <pc:docMk/>
            <pc:sldMk cId="669762825" sldId="261"/>
            <ac:spMk id="33" creationId="{3873B707-463F-40B0-8227-E8CC6C67EB25}"/>
          </ac:spMkLst>
        </pc:spChg>
        <pc:spChg chg="add">
          <ac:chgData name="Harry Waddington (Student)" userId="S::hw448427@truro-penwith.ac.uk::cf782770-fd3c-4534-b86b-dad2538f5cdf" providerId="AD" clId="Web-{DA518312-2C45-DC4D-B82D-90DD3D875BD2}" dt="2025-04-30T21:50:06.399" v="305"/>
          <ac:spMkLst>
            <pc:docMk/>
            <pc:sldMk cId="669762825" sldId="261"/>
            <ac:spMk id="35" creationId="{C13237C8-E62C-4F0D-A318-BD6FB6C2D138}"/>
          </ac:spMkLst>
        </pc:spChg>
        <pc:spChg chg="add">
          <ac:chgData name="Harry Waddington (Student)" userId="S::hw448427@truro-penwith.ac.uk::cf782770-fd3c-4534-b86b-dad2538f5cdf" providerId="AD" clId="Web-{DA518312-2C45-DC4D-B82D-90DD3D875BD2}" dt="2025-04-30T21:50:06.399" v="305"/>
          <ac:spMkLst>
            <pc:docMk/>
            <pc:sldMk cId="669762825" sldId="261"/>
            <ac:spMk id="37" creationId="{19C9EAEA-39D0-4B0E-A0EB-51E7B26740B1}"/>
          </ac:spMkLst>
        </pc:spChg>
        <pc:grpChg chg="add">
          <ac:chgData name="Harry Waddington (Student)" userId="S::hw448427@truro-penwith.ac.uk::cf782770-fd3c-4534-b86b-dad2538f5cdf" providerId="AD" clId="Web-{DA518312-2C45-DC4D-B82D-90DD3D875BD2}" dt="2025-04-30T21:47:31.544" v="291"/>
          <ac:grpSpMkLst>
            <pc:docMk/>
            <pc:sldMk cId="669762825" sldId="261"/>
            <ac:grpSpMk id="20" creationId="{1DE889C7-FAD6-4397-98E2-05D503484459}"/>
          </ac:grpSpMkLst>
        </pc:grpChg>
        <pc:grpChg chg="add">
          <ac:chgData name="Harry Waddington (Student)" userId="S::hw448427@truro-penwith.ac.uk::cf782770-fd3c-4534-b86b-dad2538f5cdf" providerId="AD" clId="Web-{DA518312-2C45-DC4D-B82D-90DD3D875BD2}" dt="2025-04-30T21:50:06.399" v="305"/>
          <ac:grpSpMkLst>
            <pc:docMk/>
            <pc:sldMk cId="669762825" sldId="261"/>
            <ac:grpSpMk id="29" creationId="{1DE889C7-FAD6-4397-98E2-05D503484459}"/>
          </ac:grpSpMkLst>
        </pc:grpChg>
        <pc:picChg chg="add del mod">
          <ac:chgData name="Harry Waddington (Student)" userId="S::hw448427@truro-penwith.ac.uk::cf782770-fd3c-4534-b86b-dad2538f5cdf" providerId="AD" clId="Web-{DA518312-2C45-DC4D-B82D-90DD3D875BD2}" dt="2025-04-30T21:50:02.087" v="303"/>
          <ac:picMkLst>
            <pc:docMk/>
            <pc:sldMk cId="669762825" sldId="261"/>
            <ac:picMk id="4" creationId="{CD8C0064-E79E-5365-35F3-DF75ED59909D}"/>
          </ac:picMkLst>
        </pc:picChg>
        <pc:picChg chg="add mod">
          <ac:chgData name="Harry Waddington (Student)" userId="S::hw448427@truro-penwith.ac.uk::cf782770-fd3c-4534-b86b-dad2538f5cdf" providerId="AD" clId="Web-{DA518312-2C45-DC4D-B82D-90DD3D875BD2}" dt="2025-04-30T21:50:06.399" v="305"/>
          <ac:picMkLst>
            <pc:docMk/>
            <pc:sldMk cId="669762825" sldId="261"/>
            <ac:picMk id="5" creationId="{09DBE1B0-24E8-B227-D9FB-9AD198B5119E}"/>
          </ac:picMkLst>
        </pc:picChg>
      </pc:sldChg>
      <pc:sldChg chg="addSp delSp modSp add mod replId setBg">
        <pc:chgData name="Harry Waddington (Student)" userId="S::hw448427@truro-penwith.ac.uk::cf782770-fd3c-4534-b86b-dad2538f5cdf" providerId="AD" clId="Web-{DA518312-2C45-DC4D-B82D-90DD3D875BD2}" dt="2025-04-30T21:52:49.443" v="321" actId="20577"/>
        <pc:sldMkLst>
          <pc:docMk/>
          <pc:sldMk cId="3298040465" sldId="262"/>
        </pc:sldMkLst>
        <pc:spChg chg="mod">
          <ac:chgData name="Harry Waddington (Student)" userId="S::hw448427@truro-penwith.ac.uk::cf782770-fd3c-4534-b86b-dad2538f5cdf" providerId="AD" clId="Web-{DA518312-2C45-DC4D-B82D-90DD3D875BD2}" dt="2025-04-30T21:52:49.443" v="321" actId="20577"/>
          <ac:spMkLst>
            <pc:docMk/>
            <pc:sldMk cId="3298040465" sldId="262"/>
            <ac:spMk id="2" creationId="{DE295477-842E-16D6-7F0B-00881DF20B72}"/>
          </ac:spMkLst>
        </pc:spChg>
        <pc:spChg chg="mod ord">
          <ac:chgData name="Harry Waddington (Student)" userId="S::hw448427@truro-penwith.ac.uk::cf782770-fd3c-4534-b86b-dad2538f5cdf" providerId="AD" clId="Web-{DA518312-2C45-DC4D-B82D-90DD3D875BD2}" dt="2025-04-30T21:51:51.579" v="315"/>
          <ac:spMkLst>
            <pc:docMk/>
            <pc:sldMk cId="3298040465" sldId="262"/>
            <ac:spMk id="3" creationId="{9BB32B6A-65AF-4F8C-123F-F1B79312E1D4}"/>
          </ac:spMkLst>
        </pc:spChg>
        <pc:spChg chg="add del">
          <ac:chgData name="Harry Waddington (Student)" userId="S::hw448427@truro-penwith.ac.uk::cf782770-fd3c-4534-b86b-dad2538f5cdf" providerId="AD" clId="Web-{DA518312-2C45-DC4D-B82D-90DD3D875BD2}" dt="2025-04-30T21:48:31.252" v="295"/>
          <ac:spMkLst>
            <pc:docMk/>
            <pc:sldMk cId="3298040465" sldId="262"/>
            <ac:spMk id="9" creationId="{201CC55D-ED54-4C5C-95E6-10947BD1103B}"/>
          </ac:spMkLst>
        </pc:spChg>
        <pc:spChg chg="add del">
          <ac:chgData name="Harry Waddington (Student)" userId="S::hw448427@truro-penwith.ac.uk::cf782770-fd3c-4534-b86b-dad2538f5cdf" providerId="AD" clId="Web-{DA518312-2C45-DC4D-B82D-90DD3D875BD2}" dt="2025-04-30T21:48:39.143" v="297"/>
          <ac:spMkLst>
            <pc:docMk/>
            <pc:sldMk cId="3298040465" sldId="262"/>
            <ac:spMk id="13" creationId="{0007FE00-9498-4706-B255-6437B0252C02}"/>
          </ac:spMkLst>
        </pc:spChg>
        <pc:spChg chg="add del">
          <ac:chgData name="Harry Waddington (Student)" userId="S::hw448427@truro-penwith.ac.uk::cf782770-fd3c-4534-b86b-dad2538f5cdf" providerId="AD" clId="Web-{DA518312-2C45-DC4D-B82D-90DD3D875BD2}" dt="2025-04-30T21:48:31.252" v="295"/>
          <ac:spMkLst>
            <pc:docMk/>
            <pc:sldMk cId="3298040465" sldId="262"/>
            <ac:spMk id="15" creationId="{3873B707-463F-40B0-8227-E8CC6C67EB25}"/>
          </ac:spMkLst>
        </pc:spChg>
        <pc:spChg chg="add del">
          <ac:chgData name="Harry Waddington (Student)" userId="S::hw448427@truro-penwith.ac.uk::cf782770-fd3c-4534-b86b-dad2538f5cdf" providerId="AD" clId="Web-{DA518312-2C45-DC4D-B82D-90DD3D875BD2}" dt="2025-04-30T21:48:31.252" v="295"/>
          <ac:spMkLst>
            <pc:docMk/>
            <pc:sldMk cId="3298040465" sldId="262"/>
            <ac:spMk id="17" creationId="{C13237C8-E62C-4F0D-A318-BD6FB6C2D138}"/>
          </ac:spMkLst>
        </pc:spChg>
        <pc:spChg chg="add del">
          <ac:chgData name="Harry Waddington (Student)" userId="S::hw448427@truro-penwith.ac.uk::cf782770-fd3c-4534-b86b-dad2538f5cdf" providerId="AD" clId="Web-{DA518312-2C45-DC4D-B82D-90DD3D875BD2}" dt="2025-04-30T21:48:31.252" v="295"/>
          <ac:spMkLst>
            <pc:docMk/>
            <pc:sldMk cId="3298040465" sldId="262"/>
            <ac:spMk id="19" creationId="{19C9EAEA-39D0-4B0E-A0EB-51E7B26740B1}"/>
          </ac:spMkLst>
        </pc:spChg>
        <pc:spChg chg="add del">
          <ac:chgData name="Harry Waddington (Student)" userId="S::hw448427@truro-penwith.ac.uk::cf782770-fd3c-4534-b86b-dad2538f5cdf" providerId="AD" clId="Web-{DA518312-2C45-DC4D-B82D-90DD3D875BD2}" dt="2025-04-30T21:48:39.143" v="297"/>
          <ac:spMkLst>
            <pc:docMk/>
            <pc:sldMk cId="3298040465" sldId="262"/>
            <ac:spMk id="21" creationId="{2EB492CD-616E-47F8-933B-5E2D952A0593}"/>
          </ac:spMkLst>
        </pc:spChg>
        <pc:spChg chg="add del">
          <ac:chgData name="Harry Waddington (Student)" userId="S::hw448427@truro-penwith.ac.uk::cf782770-fd3c-4534-b86b-dad2538f5cdf" providerId="AD" clId="Web-{DA518312-2C45-DC4D-B82D-90DD3D875BD2}" dt="2025-04-30T21:48:39.143" v="297"/>
          <ac:spMkLst>
            <pc:docMk/>
            <pc:sldMk cId="3298040465" sldId="262"/>
            <ac:spMk id="22" creationId="{59383CF9-23B5-4335-9B21-1791C4CF1C75}"/>
          </ac:spMkLst>
        </pc:spChg>
        <pc:spChg chg="add del">
          <ac:chgData name="Harry Waddington (Student)" userId="S::hw448427@truro-penwith.ac.uk::cf782770-fd3c-4534-b86b-dad2538f5cdf" providerId="AD" clId="Web-{DA518312-2C45-DC4D-B82D-90DD3D875BD2}" dt="2025-04-30T21:50:34.198" v="308"/>
          <ac:spMkLst>
            <pc:docMk/>
            <pc:sldMk cId="3298040465" sldId="262"/>
            <ac:spMk id="24" creationId="{201CC55D-ED54-4C5C-95E6-10947BD1103B}"/>
          </ac:spMkLst>
        </pc:spChg>
        <pc:spChg chg="add del">
          <ac:chgData name="Harry Waddington (Student)" userId="S::hw448427@truro-penwith.ac.uk::cf782770-fd3c-4534-b86b-dad2538f5cdf" providerId="AD" clId="Web-{DA518312-2C45-DC4D-B82D-90DD3D875BD2}" dt="2025-04-30T21:50:34.198" v="308"/>
          <ac:spMkLst>
            <pc:docMk/>
            <pc:sldMk cId="3298040465" sldId="262"/>
            <ac:spMk id="27" creationId="{3873B707-463F-40B0-8227-E8CC6C67EB25}"/>
          </ac:spMkLst>
        </pc:spChg>
        <pc:spChg chg="add del">
          <ac:chgData name="Harry Waddington (Student)" userId="S::hw448427@truro-penwith.ac.uk::cf782770-fd3c-4534-b86b-dad2538f5cdf" providerId="AD" clId="Web-{DA518312-2C45-DC4D-B82D-90DD3D875BD2}" dt="2025-04-30T21:50:34.198" v="308"/>
          <ac:spMkLst>
            <pc:docMk/>
            <pc:sldMk cId="3298040465" sldId="262"/>
            <ac:spMk id="28" creationId="{C13237C8-E62C-4F0D-A318-BD6FB6C2D138}"/>
          </ac:spMkLst>
        </pc:spChg>
        <pc:spChg chg="add del">
          <ac:chgData name="Harry Waddington (Student)" userId="S::hw448427@truro-penwith.ac.uk::cf782770-fd3c-4534-b86b-dad2538f5cdf" providerId="AD" clId="Web-{DA518312-2C45-DC4D-B82D-90DD3D875BD2}" dt="2025-04-30T21:50:34.198" v="308"/>
          <ac:spMkLst>
            <pc:docMk/>
            <pc:sldMk cId="3298040465" sldId="262"/>
            <ac:spMk id="29" creationId="{19C9EAEA-39D0-4B0E-A0EB-51E7B26740B1}"/>
          </ac:spMkLst>
        </pc:spChg>
        <pc:spChg chg="add del">
          <ac:chgData name="Harry Waddington (Student)" userId="S::hw448427@truro-penwith.ac.uk::cf782770-fd3c-4534-b86b-dad2538f5cdf" providerId="AD" clId="Web-{DA518312-2C45-DC4D-B82D-90DD3D875BD2}" dt="2025-04-30T21:51:51.579" v="316"/>
          <ac:spMkLst>
            <pc:docMk/>
            <pc:sldMk cId="3298040465" sldId="262"/>
            <ac:spMk id="34" creationId="{201CC55D-ED54-4C5C-95E6-10947BD1103B}"/>
          </ac:spMkLst>
        </pc:spChg>
        <pc:spChg chg="add del">
          <ac:chgData name="Harry Waddington (Student)" userId="S::hw448427@truro-penwith.ac.uk::cf782770-fd3c-4534-b86b-dad2538f5cdf" providerId="AD" clId="Web-{DA518312-2C45-DC4D-B82D-90DD3D875BD2}" dt="2025-04-30T21:51:51.579" v="316"/>
          <ac:spMkLst>
            <pc:docMk/>
            <pc:sldMk cId="3298040465" sldId="262"/>
            <ac:spMk id="40" creationId="{3873B707-463F-40B0-8227-E8CC6C67EB25}"/>
          </ac:spMkLst>
        </pc:spChg>
        <pc:spChg chg="add del">
          <ac:chgData name="Harry Waddington (Student)" userId="S::hw448427@truro-penwith.ac.uk::cf782770-fd3c-4534-b86b-dad2538f5cdf" providerId="AD" clId="Web-{DA518312-2C45-DC4D-B82D-90DD3D875BD2}" dt="2025-04-30T21:51:51.579" v="316"/>
          <ac:spMkLst>
            <pc:docMk/>
            <pc:sldMk cId="3298040465" sldId="262"/>
            <ac:spMk id="42" creationId="{C13237C8-E62C-4F0D-A318-BD6FB6C2D138}"/>
          </ac:spMkLst>
        </pc:spChg>
        <pc:spChg chg="add del">
          <ac:chgData name="Harry Waddington (Student)" userId="S::hw448427@truro-penwith.ac.uk::cf782770-fd3c-4534-b86b-dad2538f5cdf" providerId="AD" clId="Web-{DA518312-2C45-DC4D-B82D-90DD3D875BD2}" dt="2025-04-30T21:51:51.579" v="316"/>
          <ac:spMkLst>
            <pc:docMk/>
            <pc:sldMk cId="3298040465" sldId="262"/>
            <ac:spMk id="44" creationId="{19C9EAEA-39D0-4B0E-A0EB-51E7B26740B1}"/>
          </ac:spMkLst>
        </pc:spChg>
        <pc:spChg chg="add del">
          <ac:chgData name="Harry Waddington (Student)" userId="S::hw448427@truro-penwith.ac.uk::cf782770-fd3c-4534-b86b-dad2538f5cdf" providerId="AD" clId="Web-{DA518312-2C45-DC4D-B82D-90DD3D875BD2}" dt="2025-04-30T21:51:51.579" v="315"/>
          <ac:spMkLst>
            <pc:docMk/>
            <pc:sldMk cId="3298040465" sldId="262"/>
            <ac:spMk id="49" creationId="{117AB3D3-3C9C-4DED-809A-78734805B895}"/>
          </ac:spMkLst>
        </pc:spChg>
        <pc:spChg chg="add del">
          <ac:chgData name="Harry Waddington (Student)" userId="S::hw448427@truro-penwith.ac.uk::cf782770-fd3c-4534-b86b-dad2538f5cdf" providerId="AD" clId="Web-{DA518312-2C45-DC4D-B82D-90DD3D875BD2}" dt="2025-04-30T21:51:51.579" v="315"/>
          <ac:spMkLst>
            <pc:docMk/>
            <pc:sldMk cId="3298040465" sldId="262"/>
            <ac:spMk id="51" creationId="{3A9A4357-BD1D-4622-A4FE-766E6AB8DE84}"/>
          </ac:spMkLst>
        </pc:spChg>
        <pc:spChg chg="add del">
          <ac:chgData name="Harry Waddington (Student)" userId="S::hw448427@truro-penwith.ac.uk::cf782770-fd3c-4534-b86b-dad2538f5cdf" providerId="AD" clId="Web-{DA518312-2C45-DC4D-B82D-90DD3D875BD2}" dt="2025-04-30T21:51:51.579" v="315"/>
          <ac:spMkLst>
            <pc:docMk/>
            <pc:sldMk cId="3298040465" sldId="262"/>
            <ac:spMk id="53" creationId="{E659831F-0D9A-4C63-9EBB-8435B85A440F}"/>
          </ac:spMkLst>
        </pc:spChg>
        <pc:spChg chg="add del">
          <ac:chgData name="Harry Waddington (Student)" userId="S::hw448427@truro-penwith.ac.uk::cf782770-fd3c-4534-b86b-dad2538f5cdf" providerId="AD" clId="Web-{DA518312-2C45-DC4D-B82D-90DD3D875BD2}" dt="2025-04-30T21:51:51.579" v="315"/>
          <ac:spMkLst>
            <pc:docMk/>
            <pc:sldMk cId="3298040465" sldId="262"/>
            <ac:spMk id="55" creationId="{E6995CE5-F890-4ABA-82A2-26507CE8D2A3}"/>
          </ac:spMkLst>
        </pc:spChg>
        <pc:spChg chg="add">
          <ac:chgData name="Harry Waddington (Student)" userId="S::hw448427@truro-penwith.ac.uk::cf782770-fd3c-4534-b86b-dad2538f5cdf" providerId="AD" clId="Web-{DA518312-2C45-DC4D-B82D-90DD3D875BD2}" dt="2025-04-30T21:51:51.579" v="316"/>
          <ac:spMkLst>
            <pc:docMk/>
            <pc:sldMk cId="3298040465" sldId="262"/>
            <ac:spMk id="57" creationId="{C13237C8-E62C-4F0D-A318-BD6FB6C2D138}"/>
          </ac:spMkLst>
        </pc:spChg>
        <pc:spChg chg="add">
          <ac:chgData name="Harry Waddington (Student)" userId="S::hw448427@truro-penwith.ac.uk::cf782770-fd3c-4534-b86b-dad2538f5cdf" providerId="AD" clId="Web-{DA518312-2C45-DC4D-B82D-90DD3D875BD2}" dt="2025-04-30T21:51:51.579" v="316"/>
          <ac:spMkLst>
            <pc:docMk/>
            <pc:sldMk cId="3298040465" sldId="262"/>
            <ac:spMk id="58" creationId="{201CC55D-ED54-4C5C-95E6-10947BD1103B}"/>
          </ac:spMkLst>
        </pc:spChg>
        <pc:spChg chg="add">
          <ac:chgData name="Harry Waddington (Student)" userId="S::hw448427@truro-penwith.ac.uk::cf782770-fd3c-4534-b86b-dad2538f5cdf" providerId="AD" clId="Web-{DA518312-2C45-DC4D-B82D-90DD3D875BD2}" dt="2025-04-30T21:51:51.579" v="316"/>
          <ac:spMkLst>
            <pc:docMk/>
            <pc:sldMk cId="3298040465" sldId="262"/>
            <ac:spMk id="59" creationId="{19C9EAEA-39D0-4B0E-A0EB-51E7B26740B1}"/>
          </ac:spMkLst>
        </pc:spChg>
        <pc:spChg chg="add">
          <ac:chgData name="Harry Waddington (Student)" userId="S::hw448427@truro-penwith.ac.uk::cf782770-fd3c-4534-b86b-dad2538f5cdf" providerId="AD" clId="Web-{DA518312-2C45-DC4D-B82D-90DD3D875BD2}" dt="2025-04-30T21:51:51.579" v="316"/>
          <ac:spMkLst>
            <pc:docMk/>
            <pc:sldMk cId="3298040465" sldId="262"/>
            <ac:spMk id="62" creationId="{3873B707-463F-40B0-8227-E8CC6C67EB25}"/>
          </ac:spMkLst>
        </pc:spChg>
        <pc:grpChg chg="add del">
          <ac:chgData name="Harry Waddington (Student)" userId="S::hw448427@truro-penwith.ac.uk::cf782770-fd3c-4534-b86b-dad2538f5cdf" providerId="AD" clId="Web-{DA518312-2C45-DC4D-B82D-90DD3D875BD2}" dt="2025-04-30T21:48:31.252" v="295"/>
          <ac:grpSpMkLst>
            <pc:docMk/>
            <pc:sldMk cId="3298040465" sldId="262"/>
            <ac:grpSpMk id="11" creationId="{1DE889C7-FAD6-4397-98E2-05D503484459}"/>
          </ac:grpSpMkLst>
        </pc:grpChg>
        <pc:grpChg chg="add">
          <ac:chgData name="Harry Waddington (Student)" userId="S::hw448427@truro-penwith.ac.uk::cf782770-fd3c-4534-b86b-dad2538f5cdf" providerId="AD" clId="Web-{DA518312-2C45-DC4D-B82D-90DD3D875BD2}" dt="2025-04-30T21:48:39.158" v="298"/>
          <ac:grpSpMkLst>
            <pc:docMk/>
            <pc:sldMk cId="3298040465" sldId="262"/>
            <ac:grpSpMk id="25" creationId="{1DE889C7-FAD6-4397-98E2-05D503484459}"/>
          </ac:grpSpMkLst>
        </pc:grpChg>
        <pc:grpChg chg="add del">
          <ac:chgData name="Harry Waddington (Student)" userId="S::hw448427@truro-penwith.ac.uk::cf782770-fd3c-4534-b86b-dad2538f5cdf" providerId="AD" clId="Web-{DA518312-2C45-DC4D-B82D-90DD3D875BD2}" dt="2025-04-30T21:51:51.579" v="316"/>
          <ac:grpSpMkLst>
            <pc:docMk/>
            <pc:sldMk cId="3298040465" sldId="262"/>
            <ac:grpSpMk id="36" creationId="{1DE889C7-FAD6-4397-98E2-05D503484459}"/>
          </ac:grpSpMkLst>
        </pc:grpChg>
        <pc:grpChg chg="add">
          <ac:chgData name="Harry Waddington (Student)" userId="S::hw448427@truro-penwith.ac.uk::cf782770-fd3c-4534-b86b-dad2538f5cdf" providerId="AD" clId="Web-{DA518312-2C45-DC4D-B82D-90DD3D875BD2}" dt="2025-04-30T21:51:51.579" v="316"/>
          <ac:grpSpMkLst>
            <pc:docMk/>
            <pc:sldMk cId="3298040465" sldId="262"/>
            <ac:grpSpMk id="60" creationId="{1DE889C7-FAD6-4397-98E2-05D503484459}"/>
          </ac:grpSpMkLst>
        </pc:grpChg>
        <pc:picChg chg="add del mod">
          <ac:chgData name="Harry Waddington (Student)" userId="S::hw448427@truro-penwith.ac.uk::cf782770-fd3c-4534-b86b-dad2538f5cdf" providerId="AD" clId="Web-{DA518312-2C45-DC4D-B82D-90DD3D875BD2}" dt="2025-04-30T21:50:30.104" v="306"/>
          <ac:picMkLst>
            <pc:docMk/>
            <pc:sldMk cId="3298040465" sldId="262"/>
            <ac:picMk id="4" creationId="{7FC90F3C-14D4-3361-B88E-574B22C19DC8}"/>
          </ac:picMkLst>
        </pc:picChg>
        <pc:picChg chg="add mod">
          <ac:chgData name="Harry Waddington (Student)" userId="S::hw448427@truro-penwith.ac.uk::cf782770-fd3c-4534-b86b-dad2538f5cdf" providerId="AD" clId="Web-{DA518312-2C45-DC4D-B82D-90DD3D875BD2}" dt="2025-04-30T21:50:34.198" v="308"/>
          <ac:picMkLst>
            <pc:docMk/>
            <pc:sldMk cId="3298040465" sldId="262"/>
            <ac:picMk id="5" creationId="{88A8B1B9-111F-2328-A289-DCEA17E0F079}"/>
          </ac:picMkLst>
        </pc:picChg>
      </pc:sldChg>
      <pc:sldChg chg="addSp modSp add mod replId setBg">
        <pc:chgData name="Harry Waddington (Student)" userId="S::hw448427@truro-penwith.ac.uk::cf782770-fd3c-4534-b86b-dad2538f5cdf" providerId="AD" clId="Web-{DA518312-2C45-DC4D-B82D-90DD3D875BD2}" dt="2025-04-30T22:15:12.731" v="770" actId="20577"/>
        <pc:sldMkLst>
          <pc:docMk/>
          <pc:sldMk cId="3312771474" sldId="263"/>
        </pc:sldMkLst>
        <pc:spChg chg="mod">
          <ac:chgData name="Harry Waddington (Student)" userId="S::hw448427@truro-penwith.ac.uk::cf782770-fd3c-4534-b86b-dad2538f5cdf" providerId="AD" clId="Web-{DA518312-2C45-DC4D-B82D-90DD3D875BD2}" dt="2025-04-30T22:15:12.731" v="770" actId="20577"/>
          <ac:spMkLst>
            <pc:docMk/>
            <pc:sldMk cId="3312771474" sldId="263"/>
            <ac:spMk id="2" creationId="{BD8FB382-1EEF-217D-236A-921EE99F500A}"/>
          </ac:spMkLst>
        </pc:spChg>
        <pc:spChg chg="mod">
          <ac:chgData name="Harry Waddington (Student)" userId="S::hw448427@truro-penwith.ac.uk::cf782770-fd3c-4534-b86b-dad2538f5cdf" providerId="AD" clId="Web-{DA518312-2C45-DC4D-B82D-90DD3D875BD2}" dt="2025-04-30T21:49:27.912" v="301"/>
          <ac:spMkLst>
            <pc:docMk/>
            <pc:sldMk cId="3312771474" sldId="263"/>
            <ac:spMk id="3" creationId="{39421C91-1599-BF60-5C4F-9D5A54ACC06E}"/>
          </ac:spMkLst>
        </pc:spChg>
        <pc:spChg chg="add">
          <ac:chgData name="Harry Waddington (Student)" userId="S::hw448427@truro-penwith.ac.uk::cf782770-fd3c-4534-b86b-dad2538f5cdf" providerId="AD" clId="Web-{DA518312-2C45-DC4D-B82D-90DD3D875BD2}" dt="2025-04-30T21:49:27.912" v="301"/>
          <ac:spMkLst>
            <pc:docMk/>
            <pc:sldMk cId="3312771474" sldId="263"/>
            <ac:spMk id="9" creationId="{201CC55D-ED54-4C5C-95E6-10947BD1103B}"/>
          </ac:spMkLst>
        </pc:spChg>
        <pc:spChg chg="add">
          <ac:chgData name="Harry Waddington (Student)" userId="S::hw448427@truro-penwith.ac.uk::cf782770-fd3c-4534-b86b-dad2538f5cdf" providerId="AD" clId="Web-{DA518312-2C45-DC4D-B82D-90DD3D875BD2}" dt="2025-04-30T21:49:27.912" v="301"/>
          <ac:spMkLst>
            <pc:docMk/>
            <pc:sldMk cId="3312771474" sldId="263"/>
            <ac:spMk id="15" creationId="{3873B707-463F-40B0-8227-E8CC6C67EB25}"/>
          </ac:spMkLst>
        </pc:spChg>
        <pc:spChg chg="add">
          <ac:chgData name="Harry Waddington (Student)" userId="S::hw448427@truro-penwith.ac.uk::cf782770-fd3c-4534-b86b-dad2538f5cdf" providerId="AD" clId="Web-{DA518312-2C45-DC4D-B82D-90DD3D875BD2}" dt="2025-04-30T21:49:27.912" v="301"/>
          <ac:spMkLst>
            <pc:docMk/>
            <pc:sldMk cId="3312771474" sldId="263"/>
            <ac:spMk id="17" creationId="{C13237C8-E62C-4F0D-A318-BD6FB6C2D138}"/>
          </ac:spMkLst>
        </pc:spChg>
        <pc:spChg chg="add">
          <ac:chgData name="Harry Waddington (Student)" userId="S::hw448427@truro-penwith.ac.uk::cf782770-fd3c-4534-b86b-dad2538f5cdf" providerId="AD" clId="Web-{DA518312-2C45-DC4D-B82D-90DD3D875BD2}" dt="2025-04-30T21:49:27.912" v="301"/>
          <ac:spMkLst>
            <pc:docMk/>
            <pc:sldMk cId="3312771474" sldId="263"/>
            <ac:spMk id="19" creationId="{19C9EAEA-39D0-4B0E-A0EB-51E7B26740B1}"/>
          </ac:spMkLst>
        </pc:spChg>
        <pc:grpChg chg="add">
          <ac:chgData name="Harry Waddington (Student)" userId="S::hw448427@truro-penwith.ac.uk::cf782770-fd3c-4534-b86b-dad2538f5cdf" providerId="AD" clId="Web-{DA518312-2C45-DC4D-B82D-90DD3D875BD2}" dt="2025-04-30T21:49:27.912" v="301"/>
          <ac:grpSpMkLst>
            <pc:docMk/>
            <pc:sldMk cId="3312771474" sldId="263"/>
            <ac:grpSpMk id="11" creationId="{1DE889C7-FAD6-4397-98E2-05D503484459}"/>
          </ac:grpSpMkLst>
        </pc:grpChg>
        <pc:picChg chg="add mod">
          <ac:chgData name="Harry Waddington (Student)" userId="S::hw448427@truro-penwith.ac.uk::cf782770-fd3c-4534-b86b-dad2538f5cdf" providerId="AD" clId="Web-{DA518312-2C45-DC4D-B82D-90DD3D875BD2}" dt="2025-04-30T21:49:27.912" v="301"/>
          <ac:picMkLst>
            <pc:docMk/>
            <pc:sldMk cId="3312771474" sldId="263"/>
            <ac:picMk id="4" creationId="{F37B16FC-026A-9B79-FCD5-9C84CCDD247F}"/>
          </ac:picMkLst>
        </pc:picChg>
      </pc:sldChg>
      <pc:sldChg chg="addSp delSp modSp add mod ord replId setBg">
        <pc:chgData name="Harry Waddington (Student)" userId="S::hw448427@truro-penwith.ac.uk::cf782770-fd3c-4534-b86b-dad2538f5cdf" providerId="AD" clId="Web-{DA518312-2C45-DC4D-B82D-90DD3D875BD2}" dt="2025-04-30T22:08:40.671" v="522"/>
        <pc:sldMkLst>
          <pc:docMk/>
          <pc:sldMk cId="1599462128" sldId="264"/>
        </pc:sldMkLst>
        <pc:spChg chg="mod">
          <ac:chgData name="Harry Waddington (Student)" userId="S::hw448427@truro-penwith.ac.uk::cf782770-fd3c-4534-b86b-dad2538f5cdf" providerId="AD" clId="Web-{DA518312-2C45-DC4D-B82D-90DD3D875BD2}" dt="2025-04-30T21:52:53.724" v="323" actId="20577"/>
          <ac:spMkLst>
            <pc:docMk/>
            <pc:sldMk cId="1599462128" sldId="264"/>
            <ac:spMk id="2" creationId="{9F30A6D4-BAB9-E9C9-03A2-802BEB57AADD}"/>
          </ac:spMkLst>
        </pc:spChg>
        <pc:spChg chg="mod">
          <ac:chgData name="Harry Waddington (Student)" userId="S::hw448427@truro-penwith.ac.uk::cf782770-fd3c-4534-b86b-dad2538f5cdf" providerId="AD" clId="Web-{DA518312-2C45-DC4D-B82D-90DD3D875BD2}" dt="2025-04-30T21:51:33.718" v="313" actId="1076"/>
          <ac:spMkLst>
            <pc:docMk/>
            <pc:sldMk cId="1599462128" sldId="264"/>
            <ac:spMk id="3" creationId="{46FBE4EA-8CB5-5112-C8E1-C749A0C0AC34}"/>
          </ac:spMkLst>
        </pc:spChg>
        <pc:spChg chg="add">
          <ac:chgData name="Harry Waddington (Student)" userId="S::hw448427@truro-penwith.ac.uk::cf782770-fd3c-4534-b86b-dad2538f5cdf" providerId="AD" clId="Web-{DA518312-2C45-DC4D-B82D-90DD3D875BD2}" dt="2025-04-30T21:51:04.435" v="310"/>
          <ac:spMkLst>
            <pc:docMk/>
            <pc:sldMk cId="1599462128" sldId="264"/>
            <ac:spMk id="9" creationId="{2F687420-BEB4-45CD-8226-339BE553B8E6}"/>
          </ac:spMkLst>
        </pc:spChg>
        <pc:spChg chg="add">
          <ac:chgData name="Harry Waddington (Student)" userId="S::hw448427@truro-penwith.ac.uk::cf782770-fd3c-4534-b86b-dad2538f5cdf" providerId="AD" clId="Web-{DA518312-2C45-DC4D-B82D-90DD3D875BD2}" dt="2025-04-30T21:51:04.435" v="310"/>
          <ac:spMkLst>
            <pc:docMk/>
            <pc:sldMk cId="1599462128" sldId="264"/>
            <ac:spMk id="11" creationId="{169CC832-2974-4E8D-90ED-3E2941BA7336}"/>
          </ac:spMkLst>
        </pc:spChg>
        <pc:spChg chg="add">
          <ac:chgData name="Harry Waddington (Student)" userId="S::hw448427@truro-penwith.ac.uk::cf782770-fd3c-4534-b86b-dad2538f5cdf" providerId="AD" clId="Web-{DA518312-2C45-DC4D-B82D-90DD3D875BD2}" dt="2025-04-30T21:51:04.435" v="310"/>
          <ac:spMkLst>
            <pc:docMk/>
            <pc:sldMk cId="1599462128" sldId="264"/>
            <ac:spMk id="13" creationId="{55222F96-971A-4F90-B841-6BAB416C7AC1}"/>
          </ac:spMkLst>
        </pc:spChg>
        <pc:spChg chg="add">
          <ac:chgData name="Harry Waddington (Student)" userId="S::hw448427@truro-penwith.ac.uk::cf782770-fd3c-4534-b86b-dad2538f5cdf" providerId="AD" clId="Web-{DA518312-2C45-DC4D-B82D-90DD3D875BD2}" dt="2025-04-30T21:51:04.435" v="310"/>
          <ac:spMkLst>
            <pc:docMk/>
            <pc:sldMk cId="1599462128" sldId="264"/>
            <ac:spMk id="15" creationId="{08980754-6F4B-43C9-B9BE-127B6BED6586}"/>
          </ac:spMkLst>
        </pc:spChg>
        <pc:spChg chg="add">
          <ac:chgData name="Harry Waddington (Student)" userId="S::hw448427@truro-penwith.ac.uk::cf782770-fd3c-4534-b86b-dad2538f5cdf" providerId="AD" clId="Web-{DA518312-2C45-DC4D-B82D-90DD3D875BD2}" dt="2025-04-30T21:51:04.435" v="310"/>
          <ac:spMkLst>
            <pc:docMk/>
            <pc:sldMk cId="1599462128" sldId="264"/>
            <ac:spMk id="17" creationId="{2C1BBA94-3F40-40AA-8BB9-E69E25E537C1}"/>
          </ac:spMkLst>
        </pc:spChg>
        <pc:picChg chg="add del mod">
          <ac:chgData name="Harry Waddington (Student)" userId="S::hw448427@truro-penwith.ac.uk::cf782770-fd3c-4534-b86b-dad2538f5cdf" providerId="AD" clId="Web-{DA518312-2C45-DC4D-B82D-90DD3D875BD2}" dt="2025-04-30T22:06:57.913" v="513"/>
          <ac:picMkLst>
            <pc:docMk/>
            <pc:sldMk cId="1599462128" sldId="264"/>
            <ac:picMk id="4" creationId="{17BE68B0-5706-1592-6DBF-ED0483C7D40D}"/>
          </ac:picMkLst>
        </pc:picChg>
        <pc:picChg chg="add mod">
          <ac:chgData name="Harry Waddington (Student)" userId="S::hw448427@truro-penwith.ac.uk::cf782770-fd3c-4534-b86b-dad2538f5cdf" providerId="AD" clId="Web-{DA518312-2C45-DC4D-B82D-90DD3D875BD2}" dt="2025-04-30T22:07:04.773" v="515" actId="1076"/>
          <ac:picMkLst>
            <pc:docMk/>
            <pc:sldMk cId="1599462128" sldId="264"/>
            <ac:picMk id="5" creationId="{82382622-3F3F-648D-F2D9-808F0865CA46}"/>
          </ac:picMkLst>
        </pc:picChg>
      </pc:sldChg>
      <pc:sldChg chg="addSp delSp modSp add mod ord replId setBg">
        <pc:chgData name="Harry Waddington (Student)" userId="S::hw448427@truro-penwith.ac.uk::cf782770-fd3c-4534-b86b-dad2538f5cdf" providerId="AD" clId="Web-{DA518312-2C45-DC4D-B82D-90DD3D875BD2}" dt="2025-04-30T21:47:36.997" v="292"/>
        <pc:sldMkLst>
          <pc:docMk/>
          <pc:sldMk cId="1834723639" sldId="265"/>
        </pc:sldMkLst>
        <pc:spChg chg="mod">
          <ac:chgData name="Harry Waddington (Student)" userId="S::hw448427@truro-penwith.ac.uk::cf782770-fd3c-4534-b86b-dad2538f5cdf" providerId="AD" clId="Web-{DA518312-2C45-DC4D-B82D-90DD3D875BD2}" dt="2025-04-30T21:47:36.997" v="292"/>
          <ac:spMkLst>
            <pc:docMk/>
            <pc:sldMk cId="1834723639" sldId="265"/>
            <ac:spMk id="2" creationId="{BF5D7173-3474-2429-C117-6C635B3F671B}"/>
          </ac:spMkLst>
        </pc:spChg>
        <pc:spChg chg="del">
          <ac:chgData name="Harry Waddington (Student)" userId="S::hw448427@truro-penwith.ac.uk::cf782770-fd3c-4534-b86b-dad2538f5cdf" providerId="AD" clId="Web-{DA518312-2C45-DC4D-B82D-90DD3D875BD2}" dt="2025-04-30T21:35:31.693" v="100"/>
          <ac:spMkLst>
            <pc:docMk/>
            <pc:sldMk cId="1834723639" sldId="265"/>
            <ac:spMk id="3" creationId="{38D318D0-4DA2-2D9D-FDD7-F2C924969E94}"/>
          </ac:spMkLst>
        </pc:spChg>
        <pc:spChg chg="add">
          <ac:chgData name="Harry Waddington (Student)" userId="S::hw448427@truro-penwith.ac.uk::cf782770-fd3c-4534-b86b-dad2538f5cdf" providerId="AD" clId="Web-{DA518312-2C45-DC4D-B82D-90DD3D875BD2}" dt="2025-04-30T21:47:36.997" v="292"/>
          <ac:spMkLst>
            <pc:docMk/>
            <pc:sldMk cId="1834723639" sldId="265"/>
            <ac:spMk id="7" creationId="{4522B21E-B2B9-4C72-9A71-C87EFD137480}"/>
          </ac:spMkLst>
        </pc:spChg>
        <pc:spChg chg="add">
          <ac:chgData name="Harry Waddington (Student)" userId="S::hw448427@truro-penwith.ac.uk::cf782770-fd3c-4534-b86b-dad2538f5cdf" providerId="AD" clId="Web-{DA518312-2C45-DC4D-B82D-90DD3D875BD2}" dt="2025-04-30T21:47:36.997" v="292"/>
          <ac:spMkLst>
            <pc:docMk/>
            <pc:sldMk cId="1834723639" sldId="265"/>
            <ac:spMk id="9" creationId="{5EB7D2A2-F448-44D4-938C-DC84CBCB3B1E}"/>
          </ac:spMkLst>
        </pc:spChg>
        <pc:spChg chg="add">
          <ac:chgData name="Harry Waddington (Student)" userId="S::hw448427@truro-penwith.ac.uk::cf782770-fd3c-4534-b86b-dad2538f5cdf" providerId="AD" clId="Web-{DA518312-2C45-DC4D-B82D-90DD3D875BD2}" dt="2025-04-30T21:47:36.997" v="292"/>
          <ac:spMkLst>
            <pc:docMk/>
            <pc:sldMk cId="1834723639" sldId="265"/>
            <ac:spMk id="11" creationId="{871AEA07-1E14-44B4-8E55-64EF049CD66F}"/>
          </ac:spMkLst>
        </pc:spChg>
        <pc:cxnChg chg="add">
          <ac:chgData name="Harry Waddington (Student)" userId="S::hw448427@truro-penwith.ac.uk::cf782770-fd3c-4534-b86b-dad2538f5cdf" providerId="AD" clId="Web-{DA518312-2C45-DC4D-B82D-90DD3D875BD2}" dt="2025-04-30T21:47:36.997" v="292"/>
          <ac:cxnSpMkLst>
            <pc:docMk/>
            <pc:sldMk cId="1834723639" sldId="265"/>
            <ac:cxnSpMk id="13" creationId="{F7C8EA93-3210-4C62-99E9-153C275E3A87}"/>
          </ac:cxnSpMkLst>
        </pc:cxnChg>
      </pc:sldChg>
      <pc:sldChg chg="addSp delSp modSp add mod ord replId setBg">
        <pc:chgData name="Harry Waddington (Student)" userId="S::hw448427@truro-penwith.ac.uk::cf782770-fd3c-4534-b86b-dad2538f5cdf" providerId="AD" clId="Web-{DA518312-2C45-DC4D-B82D-90DD3D875BD2}" dt="2025-04-30T22:15:02.527" v="767" actId="20577"/>
        <pc:sldMkLst>
          <pc:docMk/>
          <pc:sldMk cId="3442617906" sldId="266"/>
        </pc:sldMkLst>
        <pc:spChg chg="mod">
          <ac:chgData name="Harry Waddington (Student)" userId="S::hw448427@truro-penwith.ac.uk::cf782770-fd3c-4534-b86b-dad2538f5cdf" providerId="AD" clId="Web-{DA518312-2C45-DC4D-B82D-90DD3D875BD2}" dt="2025-04-30T22:15:02.527" v="767" actId="20577"/>
          <ac:spMkLst>
            <pc:docMk/>
            <pc:sldMk cId="3442617906" sldId="266"/>
            <ac:spMk id="2" creationId="{FFA28D79-2DE6-3E91-3379-F57E8158F019}"/>
          </ac:spMkLst>
        </pc:spChg>
        <pc:spChg chg="mod ord">
          <ac:chgData name="Harry Waddington (Student)" userId="S::hw448427@truro-penwith.ac.uk::cf782770-fd3c-4534-b86b-dad2538f5cdf" providerId="AD" clId="Web-{DA518312-2C45-DC4D-B82D-90DD3D875BD2}" dt="2025-04-30T22:07:20.758" v="516"/>
          <ac:spMkLst>
            <pc:docMk/>
            <pc:sldMk cId="3442617906" sldId="266"/>
            <ac:spMk id="3" creationId="{29A755A1-4AF7-6A81-593C-2BF478314293}"/>
          </ac:spMkLst>
        </pc:spChg>
        <pc:spChg chg="add del">
          <ac:chgData name="Harry Waddington (Student)" userId="S::hw448427@truro-penwith.ac.uk::cf782770-fd3c-4534-b86b-dad2538f5cdf" providerId="AD" clId="Web-{DA518312-2C45-DC4D-B82D-90DD3D875BD2}" dt="2025-04-30T22:05:58.893" v="507"/>
          <ac:spMkLst>
            <pc:docMk/>
            <pc:sldMk cId="3442617906" sldId="266"/>
            <ac:spMk id="9" creationId="{2EB492CD-616E-47F8-933B-5E2D952A0593}"/>
          </ac:spMkLst>
        </pc:spChg>
        <pc:spChg chg="add del">
          <ac:chgData name="Harry Waddington (Student)" userId="S::hw448427@truro-penwith.ac.uk::cf782770-fd3c-4534-b86b-dad2538f5cdf" providerId="AD" clId="Web-{DA518312-2C45-DC4D-B82D-90DD3D875BD2}" dt="2025-04-30T22:05:58.893" v="507"/>
          <ac:spMkLst>
            <pc:docMk/>
            <pc:sldMk cId="3442617906" sldId="266"/>
            <ac:spMk id="11" creationId="{59383CF9-23B5-4335-9B21-1791C4CF1C75}"/>
          </ac:spMkLst>
        </pc:spChg>
        <pc:spChg chg="add del">
          <ac:chgData name="Harry Waddington (Student)" userId="S::hw448427@truro-penwith.ac.uk::cf782770-fd3c-4534-b86b-dad2538f5cdf" providerId="AD" clId="Web-{DA518312-2C45-DC4D-B82D-90DD3D875BD2}" dt="2025-04-30T22:05:58.893" v="507"/>
          <ac:spMkLst>
            <pc:docMk/>
            <pc:sldMk cId="3442617906" sldId="266"/>
            <ac:spMk id="13" creationId="{0007FE00-9498-4706-B255-6437B0252C02}"/>
          </ac:spMkLst>
        </pc:spChg>
        <pc:spChg chg="add del">
          <ac:chgData name="Harry Waddington (Student)" userId="S::hw448427@truro-penwith.ac.uk::cf782770-fd3c-4534-b86b-dad2538f5cdf" providerId="AD" clId="Web-{DA518312-2C45-DC4D-B82D-90DD3D875BD2}" dt="2025-04-30T22:06:08.800" v="509"/>
          <ac:spMkLst>
            <pc:docMk/>
            <pc:sldMk cId="3442617906" sldId="266"/>
            <ac:spMk id="15" creationId="{04812C46-200A-4DEB-A05E-3ED6C68C2387}"/>
          </ac:spMkLst>
        </pc:spChg>
        <pc:spChg chg="add del">
          <ac:chgData name="Harry Waddington (Student)" userId="S::hw448427@truro-penwith.ac.uk::cf782770-fd3c-4534-b86b-dad2538f5cdf" providerId="AD" clId="Web-{DA518312-2C45-DC4D-B82D-90DD3D875BD2}" dt="2025-04-30T22:06:08.800" v="509"/>
          <ac:spMkLst>
            <pc:docMk/>
            <pc:sldMk cId="3442617906" sldId="266"/>
            <ac:spMk id="16" creationId="{D1EA859B-E555-4109-94F3-6700E046E008}"/>
          </ac:spMkLst>
        </pc:spChg>
        <pc:spChg chg="add del">
          <ac:chgData name="Harry Waddington (Student)" userId="S::hw448427@truro-penwith.ac.uk::cf782770-fd3c-4534-b86b-dad2538f5cdf" providerId="AD" clId="Web-{DA518312-2C45-DC4D-B82D-90DD3D875BD2}" dt="2025-04-30T22:07:20.758" v="516"/>
          <ac:spMkLst>
            <pc:docMk/>
            <pc:sldMk cId="3442617906" sldId="266"/>
            <ac:spMk id="18" creationId="{058A14AF-9FB5-4CC7-BA35-E8E85D3EDF0E}"/>
          </ac:spMkLst>
        </pc:spChg>
        <pc:spChg chg="add del">
          <ac:chgData name="Harry Waddington (Student)" userId="S::hw448427@truro-penwith.ac.uk::cf782770-fd3c-4534-b86b-dad2538f5cdf" providerId="AD" clId="Web-{DA518312-2C45-DC4D-B82D-90DD3D875BD2}" dt="2025-04-30T22:07:20.758" v="516"/>
          <ac:spMkLst>
            <pc:docMk/>
            <pc:sldMk cId="3442617906" sldId="266"/>
            <ac:spMk id="19" creationId="{3A9A4357-BD1D-4622-A4FE-766E6AB8DE84}"/>
          </ac:spMkLst>
        </pc:spChg>
        <pc:spChg chg="add del">
          <ac:chgData name="Harry Waddington (Student)" userId="S::hw448427@truro-penwith.ac.uk::cf782770-fd3c-4534-b86b-dad2538f5cdf" providerId="AD" clId="Web-{DA518312-2C45-DC4D-B82D-90DD3D875BD2}" dt="2025-04-30T22:07:20.758" v="516"/>
          <ac:spMkLst>
            <pc:docMk/>
            <pc:sldMk cId="3442617906" sldId="266"/>
            <ac:spMk id="20" creationId="{E659831F-0D9A-4C63-9EBB-8435B85A440F}"/>
          </ac:spMkLst>
        </pc:spChg>
        <pc:spChg chg="add del">
          <ac:chgData name="Harry Waddington (Student)" userId="S::hw448427@truro-penwith.ac.uk::cf782770-fd3c-4534-b86b-dad2538f5cdf" providerId="AD" clId="Web-{DA518312-2C45-DC4D-B82D-90DD3D875BD2}" dt="2025-04-30T22:07:20.758" v="516"/>
          <ac:spMkLst>
            <pc:docMk/>
            <pc:sldMk cId="3442617906" sldId="266"/>
            <ac:spMk id="21" creationId="{E6995CE5-F890-4ABA-82A2-26507CE8D2A3}"/>
          </ac:spMkLst>
        </pc:spChg>
        <pc:spChg chg="add">
          <ac:chgData name="Harry Waddington (Student)" userId="S::hw448427@truro-penwith.ac.uk::cf782770-fd3c-4534-b86b-dad2538f5cdf" providerId="AD" clId="Web-{DA518312-2C45-DC4D-B82D-90DD3D875BD2}" dt="2025-04-30T22:07:20.758" v="516"/>
          <ac:spMkLst>
            <pc:docMk/>
            <pc:sldMk cId="3442617906" sldId="266"/>
            <ac:spMk id="26" creationId="{201CC55D-ED54-4C5C-95E6-10947BD1103B}"/>
          </ac:spMkLst>
        </pc:spChg>
        <pc:spChg chg="add">
          <ac:chgData name="Harry Waddington (Student)" userId="S::hw448427@truro-penwith.ac.uk::cf782770-fd3c-4534-b86b-dad2538f5cdf" providerId="AD" clId="Web-{DA518312-2C45-DC4D-B82D-90DD3D875BD2}" dt="2025-04-30T22:07:20.758" v="516"/>
          <ac:spMkLst>
            <pc:docMk/>
            <pc:sldMk cId="3442617906" sldId="266"/>
            <ac:spMk id="32" creationId="{3873B707-463F-40B0-8227-E8CC6C67EB25}"/>
          </ac:spMkLst>
        </pc:spChg>
        <pc:spChg chg="add">
          <ac:chgData name="Harry Waddington (Student)" userId="S::hw448427@truro-penwith.ac.uk::cf782770-fd3c-4534-b86b-dad2538f5cdf" providerId="AD" clId="Web-{DA518312-2C45-DC4D-B82D-90DD3D875BD2}" dt="2025-04-30T22:07:20.758" v="516"/>
          <ac:spMkLst>
            <pc:docMk/>
            <pc:sldMk cId="3442617906" sldId="266"/>
            <ac:spMk id="34" creationId="{C13237C8-E62C-4F0D-A318-BD6FB6C2D138}"/>
          </ac:spMkLst>
        </pc:spChg>
        <pc:spChg chg="add">
          <ac:chgData name="Harry Waddington (Student)" userId="S::hw448427@truro-penwith.ac.uk::cf782770-fd3c-4534-b86b-dad2538f5cdf" providerId="AD" clId="Web-{DA518312-2C45-DC4D-B82D-90DD3D875BD2}" dt="2025-04-30T22:07:20.758" v="516"/>
          <ac:spMkLst>
            <pc:docMk/>
            <pc:sldMk cId="3442617906" sldId="266"/>
            <ac:spMk id="36" creationId="{19C9EAEA-39D0-4B0E-A0EB-51E7B26740B1}"/>
          </ac:spMkLst>
        </pc:spChg>
        <pc:picChg chg="add mod ord">
          <ac:chgData name="Harry Waddington (Student)" userId="S::hw448427@truro-penwith.ac.uk::cf782770-fd3c-4534-b86b-dad2538f5cdf" providerId="AD" clId="Web-{DA518312-2C45-DC4D-B82D-90DD3D875BD2}" dt="2025-04-30T22:06:08.815" v="510"/>
          <ac:picMkLst>
            <pc:docMk/>
            <pc:sldMk cId="3442617906" sldId="266"/>
            <ac:picMk id="4" creationId="{DA6145CE-3CC9-6295-2CCE-1EC517580217}"/>
          </ac:picMkLst>
        </pc:picChg>
      </pc:sldChg>
      <pc:sldChg chg="modSp add ord replId modNotes">
        <pc:chgData name="Harry Waddington (Student)" userId="S::hw448427@truro-penwith.ac.uk::cf782770-fd3c-4534-b86b-dad2538f5cdf" providerId="AD" clId="Web-{DA518312-2C45-DC4D-B82D-90DD3D875BD2}" dt="2025-04-30T22:16:35.206" v="780"/>
        <pc:sldMkLst>
          <pc:docMk/>
          <pc:sldMk cId="3017521607" sldId="267"/>
        </pc:sldMkLst>
        <pc:spChg chg="mod">
          <ac:chgData name="Harry Waddington (Student)" userId="S::hw448427@truro-penwith.ac.uk::cf782770-fd3c-4534-b86b-dad2538f5cdf" providerId="AD" clId="Web-{DA518312-2C45-DC4D-B82D-90DD3D875BD2}" dt="2025-04-30T22:07:27.634" v="517" actId="20577"/>
          <ac:spMkLst>
            <pc:docMk/>
            <pc:sldMk cId="3017521607" sldId="267"/>
            <ac:spMk id="2" creationId="{A531AC8B-9697-54A6-6EE9-9BC33F274614}"/>
          </ac:spMkLst>
        </pc:spChg>
      </pc:sldChg>
      <pc:sldChg chg="addSp delSp modSp add replId modNotes">
        <pc:chgData name="Harry Waddington (Student)" userId="S::hw448427@truro-penwith.ac.uk::cf782770-fd3c-4534-b86b-dad2538f5cdf" providerId="AD" clId="Web-{DA518312-2C45-DC4D-B82D-90DD3D875BD2}" dt="2025-04-30T22:11:06.072" v="554"/>
        <pc:sldMkLst>
          <pc:docMk/>
          <pc:sldMk cId="1184692853" sldId="268"/>
        </pc:sldMkLst>
        <pc:spChg chg="mod">
          <ac:chgData name="Harry Waddington (Student)" userId="S::hw448427@truro-penwith.ac.uk::cf782770-fd3c-4534-b86b-dad2538f5cdf" providerId="AD" clId="Web-{DA518312-2C45-DC4D-B82D-90DD3D875BD2}" dt="2025-04-30T22:11:06.072" v="554"/>
          <ac:spMkLst>
            <pc:docMk/>
            <pc:sldMk cId="1184692853" sldId="268"/>
            <ac:spMk id="2" creationId="{B5974218-D117-7BB6-772A-3BB8174628BD}"/>
          </ac:spMkLst>
        </pc:spChg>
        <pc:spChg chg="mod">
          <ac:chgData name="Harry Waddington (Student)" userId="S::hw448427@truro-penwith.ac.uk::cf782770-fd3c-4534-b86b-dad2538f5cdf" providerId="AD" clId="Web-{DA518312-2C45-DC4D-B82D-90DD3D875BD2}" dt="2025-04-30T22:11:06.072" v="554"/>
          <ac:spMkLst>
            <pc:docMk/>
            <pc:sldMk cId="1184692853" sldId="268"/>
            <ac:spMk id="3" creationId="{8B2E1205-D873-F146-EC0A-23B9EA6DEBFE}"/>
          </ac:spMkLst>
        </pc:spChg>
        <pc:spChg chg="del">
          <ac:chgData name="Harry Waddington (Student)" userId="S::hw448427@truro-penwith.ac.uk::cf782770-fd3c-4534-b86b-dad2538f5cdf" providerId="AD" clId="Web-{DA518312-2C45-DC4D-B82D-90DD3D875BD2}" dt="2025-04-30T22:11:06.072" v="554"/>
          <ac:spMkLst>
            <pc:docMk/>
            <pc:sldMk cId="1184692853" sldId="268"/>
            <ac:spMk id="27" creationId="{F8C66DA7-CCCE-4355-7AB2-792E9B5D88D7}"/>
          </ac:spMkLst>
        </pc:spChg>
        <pc:spChg chg="del">
          <ac:chgData name="Harry Waddington (Student)" userId="S::hw448427@truro-penwith.ac.uk::cf782770-fd3c-4534-b86b-dad2538f5cdf" providerId="AD" clId="Web-{DA518312-2C45-DC4D-B82D-90DD3D875BD2}" dt="2025-04-30T22:11:06.072" v="554"/>
          <ac:spMkLst>
            <pc:docMk/>
            <pc:sldMk cId="1184692853" sldId="268"/>
            <ac:spMk id="33" creationId="{FAA0051D-C76A-03E9-2DF0-875D41E5DED4}"/>
          </ac:spMkLst>
        </pc:spChg>
        <pc:spChg chg="del">
          <ac:chgData name="Harry Waddington (Student)" userId="S::hw448427@truro-penwith.ac.uk::cf782770-fd3c-4534-b86b-dad2538f5cdf" providerId="AD" clId="Web-{DA518312-2C45-DC4D-B82D-90DD3D875BD2}" dt="2025-04-30T22:11:06.072" v="554"/>
          <ac:spMkLst>
            <pc:docMk/>
            <pc:sldMk cId="1184692853" sldId="268"/>
            <ac:spMk id="35" creationId="{AB5AFD83-9D62-1729-8289-86A9F69DE391}"/>
          </ac:spMkLst>
        </pc:spChg>
        <pc:spChg chg="del">
          <ac:chgData name="Harry Waddington (Student)" userId="S::hw448427@truro-penwith.ac.uk::cf782770-fd3c-4534-b86b-dad2538f5cdf" providerId="AD" clId="Web-{DA518312-2C45-DC4D-B82D-90DD3D875BD2}" dt="2025-04-30T22:11:06.072" v="554"/>
          <ac:spMkLst>
            <pc:docMk/>
            <pc:sldMk cId="1184692853" sldId="268"/>
            <ac:spMk id="37" creationId="{6969B852-2D66-B588-87D1-27C635552D70}"/>
          </ac:spMkLst>
        </pc:spChg>
        <pc:spChg chg="add">
          <ac:chgData name="Harry Waddington (Student)" userId="S::hw448427@truro-penwith.ac.uk::cf782770-fd3c-4534-b86b-dad2538f5cdf" providerId="AD" clId="Web-{DA518312-2C45-DC4D-B82D-90DD3D875BD2}" dt="2025-04-30T22:11:06.072" v="554"/>
          <ac:spMkLst>
            <pc:docMk/>
            <pc:sldMk cId="1184692853" sldId="268"/>
            <ac:spMk id="42" creationId="{201CC55D-ED54-4C5C-95E6-10947BD1103B}"/>
          </ac:spMkLst>
        </pc:spChg>
        <pc:spChg chg="add">
          <ac:chgData name="Harry Waddington (Student)" userId="S::hw448427@truro-penwith.ac.uk::cf782770-fd3c-4534-b86b-dad2538f5cdf" providerId="AD" clId="Web-{DA518312-2C45-DC4D-B82D-90DD3D875BD2}" dt="2025-04-30T22:11:06.072" v="554"/>
          <ac:spMkLst>
            <pc:docMk/>
            <pc:sldMk cId="1184692853" sldId="268"/>
            <ac:spMk id="48" creationId="{3873B707-463F-40B0-8227-E8CC6C67EB25}"/>
          </ac:spMkLst>
        </pc:spChg>
        <pc:spChg chg="add">
          <ac:chgData name="Harry Waddington (Student)" userId="S::hw448427@truro-penwith.ac.uk::cf782770-fd3c-4534-b86b-dad2538f5cdf" providerId="AD" clId="Web-{DA518312-2C45-DC4D-B82D-90DD3D875BD2}" dt="2025-04-30T22:11:06.072" v="554"/>
          <ac:spMkLst>
            <pc:docMk/>
            <pc:sldMk cId="1184692853" sldId="268"/>
            <ac:spMk id="50" creationId="{C13237C8-E62C-4F0D-A318-BD6FB6C2D138}"/>
          </ac:spMkLst>
        </pc:spChg>
        <pc:spChg chg="add">
          <ac:chgData name="Harry Waddington (Student)" userId="S::hw448427@truro-penwith.ac.uk::cf782770-fd3c-4534-b86b-dad2538f5cdf" providerId="AD" clId="Web-{DA518312-2C45-DC4D-B82D-90DD3D875BD2}" dt="2025-04-30T22:11:06.072" v="554"/>
          <ac:spMkLst>
            <pc:docMk/>
            <pc:sldMk cId="1184692853" sldId="268"/>
            <ac:spMk id="52" creationId="{19C9EAEA-39D0-4B0E-A0EB-51E7B26740B1}"/>
          </ac:spMkLst>
        </pc:spChg>
        <pc:picChg chg="add mod">
          <ac:chgData name="Harry Waddington (Student)" userId="S::hw448427@truro-penwith.ac.uk::cf782770-fd3c-4534-b86b-dad2538f5cdf" providerId="AD" clId="Web-{DA518312-2C45-DC4D-B82D-90DD3D875BD2}" dt="2025-04-30T22:11:03.541" v="553"/>
          <ac:picMkLst>
            <pc:docMk/>
            <pc:sldMk cId="1184692853" sldId="268"/>
            <ac:picMk id="4" creationId="{5C0F4D78-6EB1-D201-A6B5-FD97695BBF04}"/>
          </ac:picMkLst>
        </pc:picChg>
        <pc:picChg chg="del">
          <ac:chgData name="Harry Waddington (Student)" userId="S::hw448427@truro-penwith.ac.uk::cf782770-fd3c-4534-b86b-dad2538f5cdf" providerId="AD" clId="Web-{DA518312-2C45-DC4D-B82D-90DD3D875BD2}" dt="2025-04-30T22:11:01.869" v="552"/>
          <ac:picMkLst>
            <pc:docMk/>
            <pc:sldMk cId="1184692853" sldId="268"/>
            <ac:picMk id="5" creationId="{F4C36EA2-2E83-579D-EDC3-450A089C5CFD}"/>
          </ac:picMkLst>
        </pc:picChg>
      </pc:sldChg>
      <pc:sldChg chg="modSp add replId modNotes">
        <pc:chgData name="Harry Waddington (Student)" userId="S::hw448427@truro-penwith.ac.uk::cf782770-fd3c-4534-b86b-dad2538f5cdf" providerId="AD" clId="Web-{DA518312-2C45-DC4D-B82D-90DD3D875BD2}" dt="2025-04-30T22:16:57.270" v="781"/>
        <pc:sldMkLst>
          <pc:docMk/>
          <pc:sldMk cId="3079583489" sldId="269"/>
        </pc:sldMkLst>
        <pc:spChg chg="mod">
          <ac:chgData name="Harry Waddington (Student)" userId="S::hw448427@truro-penwith.ac.uk::cf782770-fd3c-4534-b86b-dad2538f5cdf" providerId="AD" clId="Web-{DA518312-2C45-DC4D-B82D-90DD3D875BD2}" dt="2025-04-30T22:15:06.387" v="769" actId="20577"/>
          <ac:spMkLst>
            <pc:docMk/>
            <pc:sldMk cId="3079583489" sldId="269"/>
            <ac:spMk id="2" creationId="{9E3E802E-8001-B909-C419-36DA4B253683}"/>
          </ac:spMkLst>
        </pc:spChg>
        <pc:spChg chg="mod">
          <ac:chgData name="Harry Waddington (Student)" userId="S::hw448427@truro-penwith.ac.uk::cf782770-fd3c-4534-b86b-dad2538f5cdf" providerId="AD" clId="Web-{DA518312-2C45-DC4D-B82D-90DD3D875BD2}" dt="2025-04-30T22:14:45.261" v="761" actId="20577"/>
          <ac:spMkLst>
            <pc:docMk/>
            <pc:sldMk cId="3079583489" sldId="269"/>
            <ac:spMk id="3" creationId="{A1088570-0A75-BC6A-AA00-014A1A3E5DB4}"/>
          </ac:spMkLst>
        </pc:spChg>
      </pc:sldChg>
      <pc:sldChg chg="addSp delSp modSp add replId modNotes">
        <pc:chgData name="Harry Waddington (Student)" userId="S::hw448427@truro-penwith.ac.uk::cf782770-fd3c-4534-b86b-dad2538f5cdf" providerId="AD" clId="Web-{DA518312-2C45-DC4D-B82D-90DD3D875BD2}" dt="2025-04-30T22:23:26.128" v="924"/>
        <pc:sldMkLst>
          <pc:docMk/>
          <pc:sldMk cId="4048202110" sldId="270"/>
        </pc:sldMkLst>
        <pc:spChg chg="mod">
          <ac:chgData name="Harry Waddington (Student)" userId="S::hw448427@truro-penwith.ac.uk::cf782770-fd3c-4534-b86b-dad2538f5cdf" providerId="AD" clId="Web-{DA518312-2C45-DC4D-B82D-90DD3D875BD2}" dt="2025-04-30T22:16:13.173" v="775"/>
          <ac:spMkLst>
            <pc:docMk/>
            <pc:sldMk cId="4048202110" sldId="270"/>
            <ac:spMk id="2" creationId="{D1142823-1A0E-0CEC-5A5B-E552700E22C2}"/>
          </ac:spMkLst>
        </pc:spChg>
        <pc:spChg chg="mod">
          <ac:chgData name="Harry Waddington (Student)" userId="S::hw448427@truro-penwith.ac.uk::cf782770-fd3c-4534-b86b-dad2538f5cdf" providerId="AD" clId="Web-{DA518312-2C45-DC4D-B82D-90DD3D875BD2}" dt="2025-04-30T22:21:44.855" v="919" actId="20577"/>
          <ac:spMkLst>
            <pc:docMk/>
            <pc:sldMk cId="4048202110" sldId="270"/>
            <ac:spMk id="3" creationId="{7D5C87DD-11E0-B256-A4FB-4D236A515744}"/>
          </ac:spMkLst>
        </pc:spChg>
        <pc:spChg chg="add del">
          <ac:chgData name="Harry Waddington (Student)" userId="S::hw448427@truro-penwith.ac.uk::cf782770-fd3c-4534-b86b-dad2538f5cdf" providerId="AD" clId="Web-{DA518312-2C45-DC4D-B82D-90DD3D875BD2}" dt="2025-04-30T22:16:13.173" v="775"/>
          <ac:spMkLst>
            <pc:docMk/>
            <pc:sldMk cId="4048202110" sldId="270"/>
            <ac:spMk id="26" creationId="{7CA989F7-C6E7-FA00-AA8A-035567FADA50}"/>
          </ac:spMkLst>
        </pc:spChg>
        <pc:spChg chg="add del">
          <ac:chgData name="Harry Waddington (Student)" userId="S::hw448427@truro-penwith.ac.uk::cf782770-fd3c-4534-b86b-dad2538f5cdf" providerId="AD" clId="Web-{DA518312-2C45-DC4D-B82D-90DD3D875BD2}" dt="2025-04-30T22:16:13.173" v="774"/>
          <ac:spMkLst>
            <pc:docMk/>
            <pc:sldMk cId="4048202110" sldId="270"/>
            <ac:spMk id="32" creationId="{01134AEA-7907-1B66-A37A-FA191D4FFA76}"/>
          </ac:spMkLst>
        </pc:spChg>
        <pc:spChg chg="add del">
          <ac:chgData name="Harry Waddington (Student)" userId="S::hw448427@truro-penwith.ac.uk::cf782770-fd3c-4534-b86b-dad2538f5cdf" providerId="AD" clId="Web-{DA518312-2C45-DC4D-B82D-90DD3D875BD2}" dt="2025-04-30T22:16:13.173" v="775"/>
          <ac:spMkLst>
            <pc:docMk/>
            <pc:sldMk cId="4048202110" sldId="270"/>
            <ac:spMk id="34" creationId="{AB45904E-1CCE-BBD4-683E-A025AD2F18BD}"/>
          </ac:spMkLst>
        </pc:spChg>
        <pc:spChg chg="add del">
          <ac:chgData name="Harry Waddington (Student)" userId="S::hw448427@truro-penwith.ac.uk::cf782770-fd3c-4534-b86b-dad2538f5cdf" providerId="AD" clId="Web-{DA518312-2C45-DC4D-B82D-90DD3D875BD2}" dt="2025-04-30T22:16:13.173" v="775"/>
          <ac:spMkLst>
            <pc:docMk/>
            <pc:sldMk cId="4048202110" sldId="270"/>
            <ac:spMk id="36" creationId="{F19EABA2-3780-B205-EE55-369E725F74C0}"/>
          </ac:spMkLst>
        </pc:spChg>
        <pc:spChg chg="add del">
          <ac:chgData name="Harry Waddington (Student)" userId="S::hw448427@truro-penwith.ac.uk::cf782770-fd3c-4534-b86b-dad2538f5cdf" providerId="AD" clId="Web-{DA518312-2C45-DC4D-B82D-90DD3D875BD2}" dt="2025-04-30T22:16:13.173" v="774"/>
          <ac:spMkLst>
            <pc:docMk/>
            <pc:sldMk cId="4048202110" sldId="270"/>
            <ac:spMk id="41" creationId="{201CC55D-ED54-4C5C-95E6-10947BD1103B}"/>
          </ac:spMkLst>
        </pc:spChg>
        <pc:spChg chg="add">
          <ac:chgData name="Harry Waddington (Student)" userId="S::hw448427@truro-penwith.ac.uk::cf782770-fd3c-4534-b86b-dad2538f5cdf" providerId="AD" clId="Web-{DA518312-2C45-DC4D-B82D-90DD3D875BD2}" dt="2025-04-30T22:16:13.173" v="775"/>
          <ac:spMkLst>
            <pc:docMk/>
            <pc:sldMk cId="4048202110" sldId="270"/>
            <ac:spMk id="45" creationId="{55222F96-971A-4F90-B841-6BAB416C7AC1}"/>
          </ac:spMkLst>
        </pc:spChg>
        <pc:spChg chg="add del">
          <ac:chgData name="Harry Waddington (Student)" userId="S::hw448427@truro-penwith.ac.uk::cf782770-fd3c-4534-b86b-dad2538f5cdf" providerId="AD" clId="Web-{DA518312-2C45-DC4D-B82D-90DD3D875BD2}" dt="2025-04-30T22:16:13.173" v="774"/>
          <ac:spMkLst>
            <pc:docMk/>
            <pc:sldMk cId="4048202110" sldId="270"/>
            <ac:spMk id="47" creationId="{3873B707-463F-40B0-8227-E8CC6C67EB25}"/>
          </ac:spMkLst>
        </pc:spChg>
        <pc:spChg chg="add del">
          <ac:chgData name="Harry Waddington (Student)" userId="S::hw448427@truro-penwith.ac.uk::cf782770-fd3c-4534-b86b-dad2538f5cdf" providerId="AD" clId="Web-{DA518312-2C45-DC4D-B82D-90DD3D875BD2}" dt="2025-04-30T22:16:13.173" v="774"/>
          <ac:spMkLst>
            <pc:docMk/>
            <pc:sldMk cId="4048202110" sldId="270"/>
            <ac:spMk id="49" creationId="{C13237C8-E62C-4F0D-A318-BD6FB6C2D138}"/>
          </ac:spMkLst>
        </pc:spChg>
        <pc:spChg chg="add del">
          <ac:chgData name="Harry Waddington (Student)" userId="S::hw448427@truro-penwith.ac.uk::cf782770-fd3c-4534-b86b-dad2538f5cdf" providerId="AD" clId="Web-{DA518312-2C45-DC4D-B82D-90DD3D875BD2}" dt="2025-04-30T22:16:13.173" v="774"/>
          <ac:spMkLst>
            <pc:docMk/>
            <pc:sldMk cId="4048202110" sldId="270"/>
            <ac:spMk id="51" creationId="{19C9EAEA-39D0-4B0E-A0EB-51E7B26740B1}"/>
          </ac:spMkLst>
        </pc:spChg>
        <pc:spChg chg="add">
          <ac:chgData name="Harry Waddington (Student)" userId="S::hw448427@truro-penwith.ac.uk::cf782770-fd3c-4534-b86b-dad2538f5cdf" providerId="AD" clId="Web-{DA518312-2C45-DC4D-B82D-90DD3D875BD2}" dt="2025-04-30T22:16:13.173" v="775"/>
          <ac:spMkLst>
            <pc:docMk/>
            <pc:sldMk cId="4048202110" sldId="270"/>
            <ac:spMk id="53" creationId="{DBC6133C-0615-4CE4-9132-37E609A9BDFA}"/>
          </ac:spMkLst>
        </pc:spChg>
        <pc:spChg chg="add">
          <ac:chgData name="Harry Waddington (Student)" userId="S::hw448427@truro-penwith.ac.uk::cf782770-fd3c-4534-b86b-dad2538f5cdf" providerId="AD" clId="Web-{DA518312-2C45-DC4D-B82D-90DD3D875BD2}" dt="2025-04-30T22:16:13.173" v="775"/>
          <ac:spMkLst>
            <pc:docMk/>
            <pc:sldMk cId="4048202110" sldId="270"/>
            <ac:spMk id="54" creationId="{169CC832-2974-4E8D-90ED-3E2941BA7336}"/>
          </ac:spMkLst>
        </pc:spChg>
        <pc:spChg chg="add">
          <ac:chgData name="Harry Waddington (Student)" userId="S::hw448427@truro-penwith.ac.uk::cf782770-fd3c-4534-b86b-dad2538f5cdf" providerId="AD" clId="Web-{DA518312-2C45-DC4D-B82D-90DD3D875BD2}" dt="2025-04-30T22:16:13.173" v="775"/>
          <ac:spMkLst>
            <pc:docMk/>
            <pc:sldMk cId="4048202110" sldId="270"/>
            <ac:spMk id="55" creationId="{08980754-6F4B-43C9-B9BE-127B6BED6586}"/>
          </ac:spMkLst>
        </pc:spChg>
        <pc:spChg chg="add">
          <ac:chgData name="Harry Waddington (Student)" userId="S::hw448427@truro-penwith.ac.uk::cf782770-fd3c-4534-b86b-dad2538f5cdf" providerId="AD" clId="Web-{DA518312-2C45-DC4D-B82D-90DD3D875BD2}" dt="2025-04-30T22:16:13.173" v="775"/>
          <ac:spMkLst>
            <pc:docMk/>
            <pc:sldMk cId="4048202110" sldId="270"/>
            <ac:spMk id="56" creationId="{2C1BBA94-3F40-40AA-8BB9-E69E25E537C1}"/>
          </ac:spMkLst>
        </pc:spChg>
        <pc:picChg chg="del">
          <ac:chgData name="Harry Waddington (Student)" userId="S::hw448427@truro-penwith.ac.uk::cf782770-fd3c-4534-b86b-dad2538f5cdf" providerId="AD" clId="Web-{DA518312-2C45-DC4D-B82D-90DD3D875BD2}" dt="2025-04-30T22:16:07.501" v="771"/>
          <ac:picMkLst>
            <pc:docMk/>
            <pc:sldMk cId="4048202110" sldId="270"/>
            <ac:picMk id="4" creationId="{84E7E838-EC9C-56C1-78C8-F056A621D56C}"/>
          </ac:picMkLst>
        </pc:picChg>
        <pc:picChg chg="add mod">
          <ac:chgData name="Harry Waddington (Student)" userId="S::hw448427@truro-penwith.ac.uk::cf782770-fd3c-4534-b86b-dad2538f5cdf" providerId="AD" clId="Web-{DA518312-2C45-DC4D-B82D-90DD3D875BD2}" dt="2025-04-30T22:16:08.048" v="772"/>
          <ac:picMkLst>
            <pc:docMk/>
            <pc:sldMk cId="4048202110" sldId="270"/>
            <ac:picMk id="5" creationId="{68F120CC-8632-963E-FBB7-185B5BAE1049}"/>
          </ac:picMkLst>
        </pc:picChg>
      </pc:sldChg>
    </pc:docChg>
  </pc:docChgLst>
  <pc:docChgLst>
    <pc:chgData name="Owen Keast (Student)" userId="8e714696-6691-4402-b009-0899cc5cdbb4" providerId="ADAL" clId="{707C6654-D91A-4076-81F1-E3898EA75379}"/>
    <pc:docChg chg="undo custSel addSld delSld modSld delMainMaster">
      <pc:chgData name="Owen Keast (Student)" userId="8e714696-6691-4402-b009-0899cc5cdbb4" providerId="ADAL" clId="{707C6654-D91A-4076-81F1-E3898EA75379}" dt="2025-05-06T14:33:22.058" v="369" actId="20577"/>
      <pc:docMkLst>
        <pc:docMk/>
      </pc:docMkLst>
      <pc:sldChg chg="del">
        <pc:chgData name="Owen Keast (Student)" userId="8e714696-6691-4402-b009-0899cc5cdbb4" providerId="ADAL" clId="{707C6654-D91A-4076-81F1-E3898EA75379}" dt="2025-05-06T14:28:48.492" v="122" actId="47"/>
        <pc:sldMkLst>
          <pc:docMk/>
          <pc:sldMk cId="3333866716" sldId="257"/>
        </pc:sldMkLst>
      </pc:sldChg>
      <pc:sldChg chg="addSp delSp modSp mod setBg modAnim">
        <pc:chgData name="Owen Keast (Student)" userId="8e714696-6691-4402-b009-0899cc5cdbb4" providerId="ADAL" clId="{707C6654-D91A-4076-81F1-E3898EA75379}" dt="2025-05-06T12:11:14.404" v="121"/>
        <pc:sldMkLst>
          <pc:docMk/>
          <pc:sldMk cId="1184692853" sldId="268"/>
        </pc:sldMkLst>
        <pc:spChg chg="add del mod">
          <ac:chgData name="Owen Keast (Student)" userId="8e714696-6691-4402-b009-0899cc5cdbb4" providerId="ADAL" clId="{707C6654-D91A-4076-81F1-E3898EA75379}" dt="2025-05-06T12:08:32.403" v="108" actId="478"/>
          <ac:spMkLst>
            <pc:docMk/>
            <pc:sldMk cId="1184692853" sldId="268"/>
            <ac:spMk id="2" creationId="{B5974218-D117-7BB6-772A-3BB8174628BD}"/>
          </ac:spMkLst>
        </pc:spChg>
        <pc:spChg chg="mod">
          <ac:chgData name="Owen Keast (Student)" userId="8e714696-6691-4402-b009-0899cc5cdbb4" providerId="ADAL" clId="{707C6654-D91A-4076-81F1-E3898EA75379}" dt="2025-05-06T12:08:45.488" v="110" actId="207"/>
          <ac:spMkLst>
            <pc:docMk/>
            <pc:sldMk cId="1184692853" sldId="268"/>
            <ac:spMk id="3" creationId="{8B2E1205-D873-F146-EC0A-23B9EA6DEBFE}"/>
          </ac:spMkLst>
        </pc:spChg>
        <pc:spChg chg="add del mod">
          <ac:chgData name="Owen Keast (Student)" userId="8e714696-6691-4402-b009-0899cc5cdbb4" providerId="ADAL" clId="{707C6654-D91A-4076-81F1-E3898EA75379}" dt="2025-05-06T12:08:27.961" v="105" actId="478"/>
          <ac:spMkLst>
            <pc:docMk/>
            <pc:sldMk cId="1184692853" sldId="268"/>
            <ac:spMk id="6" creationId="{DBF5F49C-B52A-D8C3-5959-C775089B6A5E}"/>
          </ac:spMkLst>
        </pc:spChg>
        <pc:spChg chg="add del mod">
          <ac:chgData name="Owen Keast (Student)" userId="8e714696-6691-4402-b009-0899cc5cdbb4" providerId="ADAL" clId="{707C6654-D91A-4076-81F1-E3898EA75379}" dt="2025-05-06T12:08:35.746" v="109" actId="478"/>
          <ac:spMkLst>
            <pc:docMk/>
            <pc:sldMk cId="1184692853" sldId="268"/>
            <ac:spMk id="8" creationId="{3F49D203-7D0C-C3C9-E5D6-DEB9C376CDCB}"/>
          </ac:spMkLst>
        </pc:spChg>
        <pc:spChg chg="del">
          <ac:chgData name="Owen Keast (Student)" userId="8e714696-6691-4402-b009-0899cc5cdbb4" providerId="ADAL" clId="{707C6654-D91A-4076-81F1-E3898EA75379}" dt="2025-05-06T12:05:47.568" v="49" actId="26606"/>
          <ac:spMkLst>
            <pc:docMk/>
            <pc:sldMk cId="1184692853" sldId="268"/>
            <ac:spMk id="42" creationId="{201CC55D-ED54-4C5C-95E6-10947BD1103B}"/>
          </ac:spMkLst>
        </pc:spChg>
        <pc:spChg chg="del">
          <ac:chgData name="Owen Keast (Student)" userId="8e714696-6691-4402-b009-0899cc5cdbb4" providerId="ADAL" clId="{707C6654-D91A-4076-81F1-E3898EA75379}" dt="2025-05-06T12:05:47.568" v="49" actId="26606"/>
          <ac:spMkLst>
            <pc:docMk/>
            <pc:sldMk cId="1184692853" sldId="268"/>
            <ac:spMk id="48" creationId="{3873B707-463F-40B0-8227-E8CC6C67EB25}"/>
          </ac:spMkLst>
        </pc:spChg>
        <pc:spChg chg="del">
          <ac:chgData name="Owen Keast (Student)" userId="8e714696-6691-4402-b009-0899cc5cdbb4" providerId="ADAL" clId="{707C6654-D91A-4076-81F1-E3898EA75379}" dt="2025-05-06T12:05:47.568" v="49" actId="26606"/>
          <ac:spMkLst>
            <pc:docMk/>
            <pc:sldMk cId="1184692853" sldId="268"/>
            <ac:spMk id="50" creationId="{C13237C8-E62C-4F0D-A318-BD6FB6C2D138}"/>
          </ac:spMkLst>
        </pc:spChg>
        <pc:spChg chg="del">
          <ac:chgData name="Owen Keast (Student)" userId="8e714696-6691-4402-b009-0899cc5cdbb4" providerId="ADAL" clId="{707C6654-D91A-4076-81F1-E3898EA75379}" dt="2025-05-06T12:05:47.568" v="49" actId="26606"/>
          <ac:spMkLst>
            <pc:docMk/>
            <pc:sldMk cId="1184692853" sldId="268"/>
            <ac:spMk id="52" creationId="{19C9EAEA-39D0-4B0E-A0EB-51E7B26740B1}"/>
          </ac:spMkLst>
        </pc:spChg>
        <pc:spChg chg="add">
          <ac:chgData name="Owen Keast (Student)" userId="8e714696-6691-4402-b009-0899cc5cdbb4" providerId="ADAL" clId="{707C6654-D91A-4076-81F1-E3898EA75379}" dt="2025-05-06T12:05:47.568" v="49" actId="26606"/>
          <ac:spMkLst>
            <pc:docMk/>
            <pc:sldMk cId="1184692853" sldId="268"/>
            <ac:spMk id="57" creationId="{5A0118C5-4F8D-4CF4-BADD-53FEACC6C42A}"/>
          </ac:spMkLst>
        </pc:spChg>
        <pc:spChg chg="add">
          <ac:chgData name="Owen Keast (Student)" userId="8e714696-6691-4402-b009-0899cc5cdbb4" providerId="ADAL" clId="{707C6654-D91A-4076-81F1-E3898EA75379}" dt="2025-05-06T12:05:47.568" v="49" actId="26606"/>
          <ac:spMkLst>
            <pc:docMk/>
            <pc:sldMk cId="1184692853" sldId="268"/>
            <ac:spMk id="63" creationId="{CAEBFCD5-5356-4326-8D39-8235A46CD7B2}"/>
          </ac:spMkLst>
        </pc:spChg>
        <pc:grpChg chg="add">
          <ac:chgData name="Owen Keast (Student)" userId="8e714696-6691-4402-b009-0899cc5cdbb4" providerId="ADAL" clId="{707C6654-D91A-4076-81F1-E3898EA75379}" dt="2025-05-06T12:05:47.568" v="49" actId="26606"/>
          <ac:grpSpMkLst>
            <pc:docMk/>
            <pc:sldMk cId="1184692853" sldId="268"/>
            <ac:grpSpMk id="65" creationId="{5F2AA49C-5AC0-41C7-BFAF-74B8D8293C8F}"/>
          </ac:grpSpMkLst>
        </pc:grpChg>
        <pc:picChg chg="mod ord">
          <ac:chgData name="Owen Keast (Student)" userId="8e714696-6691-4402-b009-0899cc5cdbb4" providerId="ADAL" clId="{707C6654-D91A-4076-81F1-E3898EA75379}" dt="2025-05-06T12:08:07.838" v="101" actId="14100"/>
          <ac:picMkLst>
            <pc:docMk/>
            <pc:sldMk cId="1184692853" sldId="268"/>
            <ac:picMk id="4" creationId="{5C0F4D78-6EB1-D201-A6B5-FD97695BBF04}"/>
          </ac:picMkLst>
        </pc:picChg>
      </pc:sldChg>
      <pc:sldChg chg="add del modAnim">
        <pc:chgData name="Owen Keast (Student)" userId="8e714696-6691-4402-b009-0899cc5cdbb4" providerId="ADAL" clId="{707C6654-D91A-4076-81F1-E3898EA75379}" dt="2025-05-06T11:54:09.708" v="15"/>
        <pc:sldMkLst>
          <pc:docMk/>
          <pc:sldMk cId="4237893309" sldId="294"/>
        </pc:sldMkLst>
      </pc:sldChg>
      <pc:sldChg chg="new del">
        <pc:chgData name="Owen Keast (Student)" userId="8e714696-6691-4402-b009-0899cc5cdbb4" providerId="ADAL" clId="{707C6654-D91A-4076-81F1-E3898EA75379}" dt="2025-05-06T14:29:01.181" v="124" actId="47"/>
        <pc:sldMkLst>
          <pc:docMk/>
          <pc:sldMk cId="3528814198" sldId="300"/>
        </pc:sldMkLst>
      </pc:sldChg>
      <pc:sldChg chg="addSp delSp modSp add mod modAnim">
        <pc:chgData name="Owen Keast (Student)" userId="8e714696-6691-4402-b009-0899cc5cdbb4" providerId="ADAL" clId="{707C6654-D91A-4076-81F1-E3898EA75379}" dt="2025-05-06T14:33:22.058" v="369" actId="20577"/>
        <pc:sldMkLst>
          <pc:docMk/>
          <pc:sldMk cId="3905333064" sldId="300"/>
        </pc:sldMkLst>
        <pc:spChg chg="mod">
          <ac:chgData name="Owen Keast (Student)" userId="8e714696-6691-4402-b009-0899cc5cdbb4" providerId="ADAL" clId="{707C6654-D91A-4076-81F1-E3898EA75379}" dt="2025-05-06T14:33:22.058" v="369" actId="20577"/>
          <ac:spMkLst>
            <pc:docMk/>
            <pc:sldMk cId="3905333064" sldId="300"/>
            <ac:spMk id="2" creationId="{A32DDCB4-757B-FD4D-C47B-0F725C3861C2}"/>
          </ac:spMkLst>
        </pc:spChg>
        <pc:spChg chg="mod">
          <ac:chgData name="Owen Keast (Student)" userId="8e714696-6691-4402-b009-0899cc5cdbb4" providerId="ADAL" clId="{707C6654-D91A-4076-81F1-E3898EA75379}" dt="2025-05-06T14:33:08.273" v="359" actId="27636"/>
          <ac:spMkLst>
            <pc:docMk/>
            <pc:sldMk cId="3905333064" sldId="300"/>
            <ac:spMk id="3" creationId="{07F07910-1974-3D72-1AF5-5E3754066A6E}"/>
          </ac:spMkLst>
        </pc:spChg>
        <pc:spChg chg="mod">
          <ac:chgData name="Owen Keast (Student)" userId="8e714696-6691-4402-b009-0899cc5cdbb4" providerId="ADAL" clId="{707C6654-D91A-4076-81F1-E3898EA75379}" dt="2025-05-06T14:32:53.619" v="344" actId="20577"/>
          <ac:spMkLst>
            <pc:docMk/>
            <pc:sldMk cId="3905333064" sldId="300"/>
            <ac:spMk id="6" creationId="{8513FBEE-064F-EC26-044C-50B1A9D236CE}"/>
          </ac:spMkLst>
        </pc:spChg>
        <pc:picChg chg="add mod">
          <ac:chgData name="Owen Keast (Student)" userId="8e714696-6691-4402-b009-0899cc5cdbb4" providerId="ADAL" clId="{707C6654-D91A-4076-81F1-E3898EA75379}" dt="2025-05-06T14:32:30.318" v="336" actId="1076"/>
          <ac:picMkLst>
            <pc:docMk/>
            <pc:sldMk cId="3905333064" sldId="300"/>
            <ac:picMk id="5" creationId="{493AA91E-E1B7-163B-75A7-B9DEAF419D27}"/>
          </ac:picMkLst>
        </pc:picChg>
        <pc:picChg chg="add mod">
          <ac:chgData name="Owen Keast (Student)" userId="8e714696-6691-4402-b009-0899cc5cdbb4" providerId="ADAL" clId="{707C6654-D91A-4076-81F1-E3898EA75379}" dt="2025-05-06T14:32:43.051" v="342" actId="1076"/>
          <ac:picMkLst>
            <pc:docMk/>
            <pc:sldMk cId="3905333064" sldId="300"/>
            <ac:picMk id="8" creationId="{94D3EC78-ABEF-546F-0C46-453903B1F79D}"/>
          </ac:picMkLst>
        </pc:picChg>
        <pc:picChg chg="del">
          <ac:chgData name="Owen Keast (Student)" userId="8e714696-6691-4402-b009-0899cc5cdbb4" providerId="ADAL" clId="{707C6654-D91A-4076-81F1-E3898EA75379}" dt="2025-05-06T14:29:16.145" v="126" actId="478"/>
          <ac:picMkLst>
            <pc:docMk/>
            <pc:sldMk cId="3905333064" sldId="300"/>
            <ac:picMk id="2050" creationId="{F41D15B7-292F-814F-6419-D193F4C8D066}"/>
          </ac:picMkLst>
        </pc:picChg>
      </pc:sldChg>
      <pc:sldMasterChg chg="del delSldLayout">
        <pc:chgData name="Owen Keast (Student)" userId="8e714696-6691-4402-b009-0899cc5cdbb4" providerId="ADAL" clId="{707C6654-D91A-4076-81F1-E3898EA75379}" dt="2025-05-06T10:57:59.409" v="4" actId="47"/>
        <pc:sldMasterMkLst>
          <pc:docMk/>
          <pc:sldMasterMk cId="2460954070" sldId="2147483660"/>
        </pc:sldMasterMkLst>
        <pc:sldLayoutChg chg="del">
          <pc:chgData name="Owen Keast (Student)" userId="8e714696-6691-4402-b009-0899cc5cdbb4" providerId="ADAL" clId="{707C6654-D91A-4076-81F1-E3898EA75379}" dt="2025-05-06T10:57:59.409" v="4" actId="47"/>
          <pc:sldLayoutMkLst>
            <pc:docMk/>
            <pc:sldMasterMk cId="2460954070" sldId="2147483660"/>
            <pc:sldLayoutMk cId="2385387890" sldId="2147483661"/>
          </pc:sldLayoutMkLst>
        </pc:sldLayoutChg>
        <pc:sldLayoutChg chg="del">
          <pc:chgData name="Owen Keast (Student)" userId="8e714696-6691-4402-b009-0899cc5cdbb4" providerId="ADAL" clId="{707C6654-D91A-4076-81F1-E3898EA75379}" dt="2025-05-06T10:57:59.409" v="4" actId="47"/>
          <pc:sldLayoutMkLst>
            <pc:docMk/>
            <pc:sldMasterMk cId="2460954070" sldId="2147483660"/>
            <pc:sldLayoutMk cId="949138452" sldId="2147483662"/>
          </pc:sldLayoutMkLst>
        </pc:sldLayoutChg>
        <pc:sldLayoutChg chg="del">
          <pc:chgData name="Owen Keast (Student)" userId="8e714696-6691-4402-b009-0899cc5cdbb4" providerId="ADAL" clId="{707C6654-D91A-4076-81F1-E3898EA75379}" dt="2025-05-06T10:57:59.409" v="4" actId="47"/>
          <pc:sldLayoutMkLst>
            <pc:docMk/>
            <pc:sldMasterMk cId="2460954070" sldId="2147483660"/>
            <pc:sldLayoutMk cId="2591524520" sldId="2147483663"/>
          </pc:sldLayoutMkLst>
        </pc:sldLayoutChg>
        <pc:sldLayoutChg chg="del">
          <pc:chgData name="Owen Keast (Student)" userId="8e714696-6691-4402-b009-0899cc5cdbb4" providerId="ADAL" clId="{707C6654-D91A-4076-81F1-E3898EA75379}" dt="2025-05-06T10:57:59.409" v="4" actId="47"/>
          <pc:sldLayoutMkLst>
            <pc:docMk/>
            <pc:sldMasterMk cId="2460954070" sldId="2147483660"/>
            <pc:sldLayoutMk cId="1203092039" sldId="2147483664"/>
          </pc:sldLayoutMkLst>
        </pc:sldLayoutChg>
        <pc:sldLayoutChg chg="del">
          <pc:chgData name="Owen Keast (Student)" userId="8e714696-6691-4402-b009-0899cc5cdbb4" providerId="ADAL" clId="{707C6654-D91A-4076-81F1-E3898EA75379}" dt="2025-05-06T10:57:59.409" v="4" actId="47"/>
          <pc:sldLayoutMkLst>
            <pc:docMk/>
            <pc:sldMasterMk cId="2460954070" sldId="2147483660"/>
            <pc:sldLayoutMk cId="3733172339" sldId="2147483665"/>
          </pc:sldLayoutMkLst>
        </pc:sldLayoutChg>
        <pc:sldLayoutChg chg="del">
          <pc:chgData name="Owen Keast (Student)" userId="8e714696-6691-4402-b009-0899cc5cdbb4" providerId="ADAL" clId="{707C6654-D91A-4076-81F1-E3898EA75379}" dt="2025-05-06T10:57:59.409" v="4" actId="47"/>
          <pc:sldLayoutMkLst>
            <pc:docMk/>
            <pc:sldMasterMk cId="2460954070" sldId="2147483660"/>
            <pc:sldLayoutMk cId="3210312558" sldId="2147483666"/>
          </pc:sldLayoutMkLst>
        </pc:sldLayoutChg>
        <pc:sldLayoutChg chg="del">
          <pc:chgData name="Owen Keast (Student)" userId="8e714696-6691-4402-b009-0899cc5cdbb4" providerId="ADAL" clId="{707C6654-D91A-4076-81F1-E3898EA75379}" dt="2025-05-06T10:57:59.409" v="4" actId="47"/>
          <pc:sldLayoutMkLst>
            <pc:docMk/>
            <pc:sldMasterMk cId="2460954070" sldId="2147483660"/>
            <pc:sldLayoutMk cId="3146388984" sldId="2147483667"/>
          </pc:sldLayoutMkLst>
        </pc:sldLayoutChg>
        <pc:sldLayoutChg chg="del">
          <pc:chgData name="Owen Keast (Student)" userId="8e714696-6691-4402-b009-0899cc5cdbb4" providerId="ADAL" clId="{707C6654-D91A-4076-81F1-E3898EA75379}" dt="2025-05-06T10:57:59.409" v="4" actId="47"/>
          <pc:sldLayoutMkLst>
            <pc:docMk/>
            <pc:sldMasterMk cId="2460954070" sldId="2147483660"/>
            <pc:sldLayoutMk cId="3171841454" sldId="2147483668"/>
          </pc:sldLayoutMkLst>
        </pc:sldLayoutChg>
        <pc:sldLayoutChg chg="del">
          <pc:chgData name="Owen Keast (Student)" userId="8e714696-6691-4402-b009-0899cc5cdbb4" providerId="ADAL" clId="{707C6654-D91A-4076-81F1-E3898EA75379}" dt="2025-05-06T10:57:59.409" v="4" actId="47"/>
          <pc:sldLayoutMkLst>
            <pc:docMk/>
            <pc:sldMasterMk cId="2460954070" sldId="2147483660"/>
            <pc:sldLayoutMk cId="1718958274" sldId="2147483669"/>
          </pc:sldLayoutMkLst>
        </pc:sldLayoutChg>
        <pc:sldLayoutChg chg="del">
          <pc:chgData name="Owen Keast (Student)" userId="8e714696-6691-4402-b009-0899cc5cdbb4" providerId="ADAL" clId="{707C6654-D91A-4076-81F1-E3898EA75379}" dt="2025-05-06T10:57:59.409" v="4" actId="47"/>
          <pc:sldLayoutMkLst>
            <pc:docMk/>
            <pc:sldMasterMk cId="2460954070" sldId="2147483660"/>
            <pc:sldLayoutMk cId="2202905451" sldId="2147483670"/>
          </pc:sldLayoutMkLst>
        </pc:sldLayoutChg>
        <pc:sldLayoutChg chg="del">
          <pc:chgData name="Owen Keast (Student)" userId="8e714696-6691-4402-b009-0899cc5cdbb4" providerId="ADAL" clId="{707C6654-D91A-4076-81F1-E3898EA75379}" dt="2025-05-06T10:57:59.409" v="4" actId="47"/>
          <pc:sldLayoutMkLst>
            <pc:docMk/>
            <pc:sldMasterMk cId="2460954070" sldId="2147483660"/>
            <pc:sldLayoutMk cId="3479445657" sldId="2147483671"/>
          </pc:sldLayoutMkLst>
        </pc:sldLayoutChg>
      </pc:sldMasterChg>
    </pc:docChg>
  </pc:docChgLst>
  <pc:docChgLst>
    <pc:chgData name="Fin Jackman (Student)" userId="cb3da047-b560-4041-9c27-a3c26284a4ab" providerId="ADAL" clId="{F4B3473A-0963-4568-B355-DD33B47C8679}"/>
    <pc:docChg chg="custSel addSld delSld modSld">
      <pc:chgData name="Fin Jackman (Student)" userId="cb3da047-b560-4041-9c27-a3c26284a4ab" providerId="ADAL" clId="{F4B3473A-0963-4568-B355-DD33B47C8679}" dt="2025-05-06T13:55:48.903" v="1055" actId="14100"/>
      <pc:docMkLst>
        <pc:docMk/>
      </pc:docMkLst>
      <pc:sldChg chg="modSp new mod">
        <pc:chgData name="Fin Jackman (Student)" userId="cb3da047-b560-4041-9c27-a3c26284a4ab" providerId="ADAL" clId="{F4B3473A-0963-4568-B355-DD33B47C8679}" dt="2025-04-29T11:29:21.142" v="25" actId="20577"/>
        <pc:sldMkLst>
          <pc:docMk/>
          <pc:sldMk cId="1046822594" sldId="256"/>
        </pc:sldMkLst>
        <pc:spChg chg="mod">
          <ac:chgData name="Fin Jackman (Student)" userId="cb3da047-b560-4041-9c27-a3c26284a4ab" providerId="ADAL" clId="{F4B3473A-0963-4568-B355-DD33B47C8679}" dt="2025-04-29T11:29:21.142" v="25" actId="20577"/>
          <ac:spMkLst>
            <pc:docMk/>
            <pc:sldMk cId="1046822594" sldId="256"/>
            <ac:spMk id="2" creationId="{09811D76-1CD6-9F07-2CA3-8D9888A38DC1}"/>
          </ac:spMkLst>
        </pc:spChg>
      </pc:sldChg>
      <pc:sldChg chg="modSp new mod">
        <pc:chgData name="Fin Jackman (Student)" userId="cb3da047-b560-4041-9c27-a3c26284a4ab" providerId="ADAL" clId="{F4B3473A-0963-4568-B355-DD33B47C8679}" dt="2025-04-29T11:29:39.623" v="40" actId="20577"/>
        <pc:sldMkLst>
          <pc:docMk/>
          <pc:sldMk cId="3333866716" sldId="257"/>
        </pc:sldMkLst>
        <pc:spChg chg="mod">
          <ac:chgData name="Fin Jackman (Student)" userId="cb3da047-b560-4041-9c27-a3c26284a4ab" providerId="ADAL" clId="{F4B3473A-0963-4568-B355-DD33B47C8679}" dt="2025-04-29T11:29:39.623" v="40" actId="20577"/>
          <ac:spMkLst>
            <pc:docMk/>
            <pc:sldMk cId="3333866716" sldId="257"/>
            <ac:spMk id="2" creationId="{EC906C52-F0C8-411B-D75C-D994ED5161FE}"/>
          </ac:spMkLst>
        </pc:spChg>
      </pc:sldChg>
      <pc:sldChg chg="modSp new mod">
        <pc:chgData name="Fin Jackman (Student)" userId="cb3da047-b560-4041-9c27-a3c26284a4ab" providerId="ADAL" clId="{F4B3473A-0963-4568-B355-DD33B47C8679}" dt="2025-04-29T11:29:51.770" v="55" actId="20577"/>
        <pc:sldMkLst>
          <pc:docMk/>
          <pc:sldMk cId="44964320" sldId="258"/>
        </pc:sldMkLst>
        <pc:spChg chg="mod">
          <ac:chgData name="Fin Jackman (Student)" userId="cb3da047-b560-4041-9c27-a3c26284a4ab" providerId="ADAL" clId="{F4B3473A-0963-4568-B355-DD33B47C8679}" dt="2025-04-29T11:29:51.770" v="55" actId="20577"/>
          <ac:spMkLst>
            <pc:docMk/>
            <pc:sldMk cId="44964320" sldId="258"/>
            <ac:spMk id="2" creationId="{0FDBEC6F-AAD5-8DDB-121D-B64C15253779}"/>
          </ac:spMkLst>
        </pc:spChg>
      </pc:sldChg>
      <pc:sldChg chg="modSp new mod">
        <pc:chgData name="Fin Jackman (Student)" userId="cb3da047-b560-4041-9c27-a3c26284a4ab" providerId="ADAL" clId="{F4B3473A-0963-4568-B355-DD33B47C8679}" dt="2025-04-29T11:30:25.245" v="79" actId="20577"/>
        <pc:sldMkLst>
          <pc:docMk/>
          <pc:sldMk cId="4286676401" sldId="259"/>
        </pc:sldMkLst>
        <pc:spChg chg="mod">
          <ac:chgData name="Fin Jackman (Student)" userId="cb3da047-b560-4041-9c27-a3c26284a4ab" providerId="ADAL" clId="{F4B3473A-0963-4568-B355-DD33B47C8679}" dt="2025-04-29T11:30:25.245" v="79" actId="20577"/>
          <ac:spMkLst>
            <pc:docMk/>
            <pc:sldMk cId="4286676401" sldId="259"/>
            <ac:spMk id="2" creationId="{B23CB7BA-AE53-70D9-CB8D-7C68B5AB864A}"/>
          </ac:spMkLst>
        </pc:spChg>
      </pc:sldChg>
      <pc:sldChg chg="addSp delSp modSp new mod">
        <pc:chgData name="Fin Jackman (Student)" userId="cb3da047-b560-4041-9c27-a3c26284a4ab" providerId="ADAL" clId="{F4B3473A-0963-4568-B355-DD33B47C8679}" dt="2025-04-29T11:32:30.879" v="139" actId="1076"/>
        <pc:sldMkLst>
          <pc:docMk/>
          <pc:sldMk cId="1877648042" sldId="260"/>
        </pc:sldMkLst>
        <pc:spChg chg="mod">
          <ac:chgData name="Fin Jackman (Student)" userId="cb3da047-b560-4041-9c27-a3c26284a4ab" providerId="ADAL" clId="{F4B3473A-0963-4568-B355-DD33B47C8679}" dt="2025-04-29T11:30:39.040" v="115" actId="20577"/>
          <ac:spMkLst>
            <pc:docMk/>
            <pc:sldMk cId="1877648042" sldId="260"/>
            <ac:spMk id="2" creationId="{28F946AC-8716-CE0B-E570-052E313B9495}"/>
          </ac:spMkLst>
        </pc:spChg>
        <pc:spChg chg="del">
          <ac:chgData name="Fin Jackman (Student)" userId="cb3da047-b560-4041-9c27-a3c26284a4ab" providerId="ADAL" clId="{F4B3473A-0963-4568-B355-DD33B47C8679}" dt="2025-04-29T11:32:25.173" v="135"/>
          <ac:spMkLst>
            <pc:docMk/>
            <pc:sldMk cId="1877648042" sldId="260"/>
            <ac:spMk id="3" creationId="{F46B2EA6-5B01-044A-83EF-8FB0AF570509}"/>
          </ac:spMkLst>
        </pc:spChg>
        <pc:picChg chg="add mod">
          <ac:chgData name="Fin Jackman (Student)" userId="cb3da047-b560-4041-9c27-a3c26284a4ab" providerId="ADAL" clId="{F4B3473A-0963-4568-B355-DD33B47C8679}" dt="2025-04-29T11:32:30.879" v="139" actId="1076"/>
          <ac:picMkLst>
            <pc:docMk/>
            <pc:sldMk cId="1877648042" sldId="260"/>
            <ac:picMk id="5" creationId="{828DEA19-2E5F-454B-D55E-2062F0E991C2}"/>
          </ac:picMkLst>
        </pc:picChg>
      </pc:sldChg>
      <pc:sldChg chg="modSp new mod">
        <pc:chgData name="Fin Jackman (Student)" userId="cb3da047-b560-4041-9c27-a3c26284a4ab" providerId="ADAL" clId="{F4B3473A-0963-4568-B355-DD33B47C8679}" dt="2025-04-29T11:31:00.508" v="134" actId="20577"/>
        <pc:sldMkLst>
          <pc:docMk/>
          <pc:sldMk cId="669762825" sldId="261"/>
        </pc:sldMkLst>
        <pc:spChg chg="mod">
          <ac:chgData name="Fin Jackman (Student)" userId="cb3da047-b560-4041-9c27-a3c26284a4ab" providerId="ADAL" clId="{F4B3473A-0963-4568-B355-DD33B47C8679}" dt="2025-04-29T11:31:00.508" v="134" actId="20577"/>
          <ac:spMkLst>
            <pc:docMk/>
            <pc:sldMk cId="669762825" sldId="261"/>
            <ac:spMk id="2" creationId="{4C9296BC-A6F2-C44E-DA63-4283145EDE78}"/>
          </ac:spMkLst>
        </pc:spChg>
      </pc:sldChg>
      <pc:sldChg chg="new del">
        <pc:chgData name="Fin Jackman (Student)" userId="cb3da047-b560-4041-9c27-a3c26284a4ab" providerId="ADAL" clId="{F4B3473A-0963-4568-B355-DD33B47C8679}" dt="2025-04-29T11:30:52.185" v="117" actId="47"/>
        <pc:sldMkLst>
          <pc:docMk/>
          <pc:sldMk cId="4283812209" sldId="261"/>
        </pc:sldMkLst>
      </pc:sldChg>
      <pc:sldChg chg="addSp modSp new mod">
        <pc:chgData name="Fin Jackman (Student)" userId="cb3da047-b560-4041-9c27-a3c26284a4ab" providerId="ADAL" clId="{F4B3473A-0963-4568-B355-DD33B47C8679}" dt="2025-05-06T11:29:20.958" v="732" actId="20577"/>
        <pc:sldMkLst>
          <pc:docMk/>
          <pc:sldMk cId="3201500223" sldId="295"/>
        </pc:sldMkLst>
        <pc:spChg chg="mod">
          <ac:chgData name="Fin Jackman (Student)" userId="cb3da047-b560-4041-9c27-a3c26284a4ab" providerId="ADAL" clId="{F4B3473A-0963-4568-B355-DD33B47C8679}" dt="2025-05-06T11:23:56.653" v="177" actId="20577"/>
          <ac:spMkLst>
            <pc:docMk/>
            <pc:sldMk cId="3201500223" sldId="295"/>
            <ac:spMk id="2" creationId="{46840E6E-889C-5C4D-574D-256EC4872982}"/>
          </ac:spMkLst>
        </pc:spChg>
        <pc:spChg chg="add mod">
          <ac:chgData name="Fin Jackman (Student)" userId="cb3da047-b560-4041-9c27-a3c26284a4ab" providerId="ADAL" clId="{F4B3473A-0963-4568-B355-DD33B47C8679}" dt="2025-05-06T11:29:20.958" v="732" actId="20577"/>
          <ac:spMkLst>
            <pc:docMk/>
            <pc:sldMk cId="3201500223" sldId="295"/>
            <ac:spMk id="5" creationId="{4A872A4C-AC87-E64A-D5DB-0B2ABEE6B5C3}"/>
          </ac:spMkLst>
        </pc:spChg>
        <pc:picChg chg="add mod">
          <ac:chgData name="Fin Jackman (Student)" userId="cb3da047-b560-4041-9c27-a3c26284a4ab" providerId="ADAL" clId="{F4B3473A-0963-4568-B355-DD33B47C8679}" dt="2025-05-06T11:25:28.254" v="179" actId="1076"/>
          <ac:picMkLst>
            <pc:docMk/>
            <pc:sldMk cId="3201500223" sldId="295"/>
            <ac:picMk id="4" creationId="{C98F4EA1-0C74-D12D-605F-69A24E6BC028}"/>
          </ac:picMkLst>
        </pc:picChg>
      </pc:sldChg>
      <pc:sldChg chg="addSp modSp new mod">
        <pc:chgData name="Fin Jackman (Student)" userId="cb3da047-b560-4041-9c27-a3c26284a4ab" providerId="ADAL" clId="{F4B3473A-0963-4568-B355-DD33B47C8679}" dt="2025-05-06T11:32:04.095" v="959" actId="313"/>
        <pc:sldMkLst>
          <pc:docMk/>
          <pc:sldMk cId="175344136" sldId="296"/>
        </pc:sldMkLst>
        <pc:spChg chg="add mod">
          <ac:chgData name="Fin Jackman (Student)" userId="cb3da047-b560-4041-9c27-a3c26284a4ab" providerId="ADAL" clId="{F4B3473A-0963-4568-B355-DD33B47C8679}" dt="2025-05-06T11:32:04.095" v="959" actId="313"/>
          <ac:spMkLst>
            <pc:docMk/>
            <pc:sldMk cId="175344136" sldId="296"/>
            <ac:spMk id="4" creationId="{D0257463-3044-E1A5-72F7-1F25C42A908C}"/>
          </ac:spMkLst>
        </pc:spChg>
        <pc:picChg chg="add mod">
          <ac:chgData name="Fin Jackman (Student)" userId="cb3da047-b560-4041-9c27-a3c26284a4ab" providerId="ADAL" clId="{F4B3473A-0963-4568-B355-DD33B47C8679}" dt="2025-05-06T11:30:17.141" v="736" actId="1076"/>
          <ac:picMkLst>
            <pc:docMk/>
            <pc:sldMk cId="175344136" sldId="296"/>
            <ac:picMk id="3" creationId="{C460E2B5-2B04-F190-49A9-AE6A8318DA2E}"/>
          </ac:picMkLst>
        </pc:picChg>
      </pc:sldChg>
      <pc:sldChg chg="addSp modSp new mod">
        <pc:chgData name="Fin Jackman (Student)" userId="cb3da047-b560-4041-9c27-a3c26284a4ab" providerId="ADAL" clId="{F4B3473A-0963-4568-B355-DD33B47C8679}" dt="2025-05-06T13:55:48.903" v="1055" actId="14100"/>
        <pc:sldMkLst>
          <pc:docMk/>
          <pc:sldMk cId="2178449279" sldId="297"/>
        </pc:sldMkLst>
        <pc:spChg chg="add mod">
          <ac:chgData name="Fin Jackman (Student)" userId="cb3da047-b560-4041-9c27-a3c26284a4ab" providerId="ADAL" clId="{F4B3473A-0963-4568-B355-DD33B47C8679}" dt="2025-05-06T13:55:48.903" v="1055" actId="14100"/>
          <ac:spMkLst>
            <pc:docMk/>
            <pc:sldMk cId="2178449279" sldId="297"/>
            <ac:spMk id="2" creationId="{FFC3DBE1-499B-ABDA-D6C7-0F3C0246D3F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846FC1-2E87-46A5-840C-F014688FF57F}" type="datetimeFigureOut">
              <a:t>5/6/2025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93CDB5-6936-42D9-BC0F-9A67A020988F}" type="slidenum">
              <a:t>‹#›</a:t>
            </a:fld>
            <a:endParaRPr lang="en-GB"/>
          </a:p>
        </p:txBody>
      </p:sp>
    </p:spTree>
    <p:extLst>
      <p:ext uri="{BB962C8B-B14F-4D97-AF65-F5344CB8AC3E}">
        <p14:creationId xmlns:p14="http://schemas.microsoft.com/office/powerpoint/2010/main" val="4173408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Calibri,Sans-Serif"/>
              <a:buChar char="-"/>
            </a:pPr>
            <a:r>
              <a:rPr lang="en-US"/>
              <a:t>“alt-text” should be embedded into any images featured on the website, ensuring that users with visual accessibility needs can understand and interact with the visual content of the website.</a:t>
            </a:r>
          </a:p>
          <a:p>
            <a:pPr marL="171450" indent="-171450">
              <a:buFont typeface="Calibri,Sans-Serif"/>
              <a:buChar char="-"/>
            </a:pPr>
            <a:r>
              <a:rPr lang="en-US"/>
              <a:t>  It is imperative that HTML elements such as &lt;header&gt; tags are used, these are important to allow screen readers to interpret the website structure accurate</a:t>
            </a:r>
          </a:p>
          <a:p>
            <a:pPr marL="171450" indent="-171450">
              <a:buFont typeface="Calibri,Sans-Serif"/>
              <a:buChar char="-"/>
            </a:pPr>
            <a:r>
              <a:rPr lang="en-US"/>
              <a:t>Interactive elements should support keyboard navigation e.g. using the “Tab” key to select buttons and menus, this makes sure that users with motor accessibility needs can navigate the website efficiently and enjoyably.</a:t>
            </a:r>
          </a:p>
          <a:p>
            <a:pPr marL="171450" indent="-171450">
              <a:buFont typeface="Calibri,Sans-Serif"/>
              <a:buChar char="-"/>
            </a:pPr>
            <a:r>
              <a:rPr lang="en-US"/>
              <a:t>Through the use of ARIA (Accessible Rich Internet Applications) the project can allow for improved functionality with accessibility tools by assigning roles e.g. “role = button” within “&lt;div&gt;” tags for improved compatibility with screen readers (W3C, 2014). Sufficient </a:t>
            </a:r>
            <a:r>
              <a:rPr lang="en-US" err="1"/>
              <a:t>colour</a:t>
            </a:r>
            <a:endParaRPr lang="en-GB" err="1"/>
          </a:p>
        </p:txBody>
      </p:sp>
      <p:sp>
        <p:nvSpPr>
          <p:cNvPr id="4" name="Slide Number Placeholder 3"/>
          <p:cNvSpPr>
            <a:spLocks noGrp="1"/>
          </p:cNvSpPr>
          <p:nvPr>
            <p:ph type="sldNum" sz="quarter" idx="5"/>
          </p:nvPr>
        </p:nvSpPr>
        <p:spPr/>
        <p:txBody>
          <a:bodyPr/>
          <a:lstStyle/>
          <a:p>
            <a:fld id="{D093CDB5-6936-42D9-BC0F-9A67A020988F}" type="slidenum">
              <a:t>26</a:t>
            </a:fld>
            <a:endParaRPr lang="en-GB"/>
          </a:p>
        </p:txBody>
      </p:sp>
    </p:spTree>
    <p:extLst>
      <p:ext uri="{BB962C8B-B14F-4D97-AF65-F5344CB8AC3E}">
        <p14:creationId xmlns:p14="http://schemas.microsoft.com/office/powerpoint/2010/main" val="10186809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After the launch of the Devon Dive website, the client may wish to pursue post launch support. Should the company wish to head in this direction this section will outline and propose several options for the website that may be worked upon after the launch.</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D093CDB5-6936-42D9-BC0F-9A67A020988F}" type="slidenum">
              <a:t>36</a:t>
            </a:fld>
            <a:endParaRPr lang="en-GB"/>
          </a:p>
        </p:txBody>
      </p:sp>
    </p:spTree>
    <p:extLst>
      <p:ext uri="{BB962C8B-B14F-4D97-AF65-F5344CB8AC3E}">
        <p14:creationId xmlns:p14="http://schemas.microsoft.com/office/powerpoint/2010/main" val="40408780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p:txBody>
      </p:sp>
      <p:sp>
        <p:nvSpPr>
          <p:cNvPr id="4" name="Slide Number Placeholder 3"/>
          <p:cNvSpPr>
            <a:spLocks noGrp="1"/>
          </p:cNvSpPr>
          <p:nvPr>
            <p:ph type="sldNum" sz="quarter" idx="5"/>
          </p:nvPr>
        </p:nvSpPr>
        <p:spPr/>
        <p:txBody>
          <a:bodyPr/>
          <a:lstStyle/>
          <a:p>
            <a:fld id="{D093CDB5-6936-42D9-BC0F-9A67A020988F}" type="slidenum">
              <a:t>38</a:t>
            </a:fld>
            <a:endParaRPr lang="en-GB"/>
          </a:p>
        </p:txBody>
      </p:sp>
    </p:spTree>
    <p:extLst>
      <p:ext uri="{BB962C8B-B14F-4D97-AF65-F5344CB8AC3E}">
        <p14:creationId xmlns:p14="http://schemas.microsoft.com/office/powerpoint/2010/main" val="6812933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D62E6-1275-DC06-E415-C408C5EB0B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8D113-E185-06BB-CA9D-E6B1E12CAF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26B27C-027A-BAB9-FDAD-30081F9B4FCB}"/>
              </a:ext>
            </a:extLst>
          </p:cNvPr>
          <p:cNvSpPr>
            <a:spLocks noGrp="1"/>
          </p:cNvSpPr>
          <p:nvPr>
            <p:ph type="body" idx="1"/>
          </p:nvPr>
        </p:nvSpPr>
        <p:spPr/>
        <p:txBody>
          <a:bodyPr/>
          <a:lstStyle/>
          <a:p>
            <a:r>
              <a:rPr lang="en-US"/>
              <a:t>Keeping this up to date is imperative to prevent compatibility issues, add new features through post launch content updates and fix bugs.</a:t>
            </a:r>
          </a:p>
          <a:p>
            <a:r>
              <a:rPr lang="en-US"/>
              <a:t>By ensuring regular necessary security patches and ensuring protections such as firewalls and SSL certificates are always active and up to date the longevity of the website can be increased significantly.</a:t>
            </a:r>
            <a:endParaRPr lang="en-US">
              <a:ea typeface="Calibri"/>
              <a:cs typeface="Calibri"/>
            </a:endParaRPr>
          </a:p>
          <a:p>
            <a:r>
              <a:rPr lang="en-US"/>
              <a:t> having regular scheduled backups of the site’s files and database potential loss of assets can be prevented in the event of server failure, hacking, or accidental data loss. By having regular back-ups as part of post-launch maintenance the site can be quickly restored to its last backed up state with minimal disruption to up-time.</a:t>
            </a:r>
            <a:endParaRPr lang="en-US">
              <a:ea typeface="Calibri"/>
              <a:cs typeface="Calibri"/>
            </a:endParaRPr>
          </a:p>
          <a:p>
            <a:endParaRPr lang="en-US">
              <a:ea typeface="Calibri"/>
              <a:cs typeface="Calibri"/>
            </a:endParaRPr>
          </a:p>
        </p:txBody>
      </p:sp>
      <p:sp>
        <p:nvSpPr>
          <p:cNvPr id="4" name="Slide Number Placeholder 3">
            <a:extLst>
              <a:ext uri="{FF2B5EF4-FFF2-40B4-BE49-F238E27FC236}">
                <a16:creationId xmlns:a16="http://schemas.microsoft.com/office/drawing/2014/main" id="{9F227A05-7CC6-C637-DF07-5EC9130F4AFF}"/>
              </a:ext>
            </a:extLst>
          </p:cNvPr>
          <p:cNvSpPr>
            <a:spLocks noGrp="1"/>
          </p:cNvSpPr>
          <p:nvPr>
            <p:ph type="sldNum" sz="quarter" idx="5"/>
          </p:nvPr>
        </p:nvSpPr>
        <p:spPr/>
        <p:txBody>
          <a:bodyPr/>
          <a:lstStyle/>
          <a:p>
            <a:fld id="{D093CDB5-6936-42D9-BC0F-9A67A020988F}" type="slidenum">
              <a:t>39</a:t>
            </a:fld>
            <a:endParaRPr lang="en-GB"/>
          </a:p>
        </p:txBody>
      </p:sp>
    </p:spTree>
    <p:extLst>
      <p:ext uri="{BB962C8B-B14F-4D97-AF65-F5344CB8AC3E}">
        <p14:creationId xmlns:p14="http://schemas.microsoft.com/office/powerpoint/2010/main" val="13830460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527D4-0F42-5948-D76C-2669C32FA95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87F93969-3832-281C-90C5-4ADE4877E8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C602C208-A802-E665-644B-EE87FAA7EC87}"/>
              </a:ext>
            </a:extLst>
          </p:cNvPr>
          <p:cNvSpPr>
            <a:spLocks noGrp="1"/>
          </p:cNvSpPr>
          <p:nvPr>
            <p:ph type="dt" sz="half" idx="10"/>
          </p:nvPr>
        </p:nvSpPr>
        <p:spPr/>
        <p:txBody>
          <a:bodyPr/>
          <a:lstStyle/>
          <a:p>
            <a:fld id="{81287569-6421-4B39-8B86-5C877055F06E}" type="datetimeFigureOut">
              <a:rPr lang="en-GB" smtClean="0"/>
              <a:t>06/05/2025</a:t>
            </a:fld>
            <a:endParaRPr lang="en-GB"/>
          </a:p>
        </p:txBody>
      </p:sp>
      <p:sp>
        <p:nvSpPr>
          <p:cNvPr id="5" name="Footer Placeholder 4">
            <a:extLst>
              <a:ext uri="{FF2B5EF4-FFF2-40B4-BE49-F238E27FC236}">
                <a16:creationId xmlns:a16="http://schemas.microsoft.com/office/drawing/2014/main" id="{C1F7F11C-AC50-3599-545B-88933028891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5A95C70-65DC-E527-6E6C-3F42FDEE67F4}"/>
              </a:ext>
            </a:extLst>
          </p:cNvPr>
          <p:cNvSpPr>
            <a:spLocks noGrp="1"/>
          </p:cNvSpPr>
          <p:nvPr>
            <p:ph type="sldNum" sz="quarter" idx="12"/>
          </p:nvPr>
        </p:nvSpPr>
        <p:spPr/>
        <p:txBody>
          <a:bodyPr/>
          <a:lstStyle/>
          <a:p>
            <a:fld id="{1C009CAE-134D-4640-93C5-73E9C1D1B858}" type="slidenum">
              <a:rPr lang="en-GB" smtClean="0"/>
              <a:t>‹#›</a:t>
            </a:fld>
            <a:endParaRPr lang="en-GB"/>
          </a:p>
        </p:txBody>
      </p:sp>
    </p:spTree>
    <p:extLst>
      <p:ext uri="{BB962C8B-B14F-4D97-AF65-F5344CB8AC3E}">
        <p14:creationId xmlns:p14="http://schemas.microsoft.com/office/powerpoint/2010/main" val="4466609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5169A-A50A-0DA5-A387-77B688010C9B}"/>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A88BEFEE-2815-ECBA-5DEF-A4DA3B1EED0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DBF29AEF-616D-5455-03BF-ADBAC9D6D109}"/>
              </a:ext>
            </a:extLst>
          </p:cNvPr>
          <p:cNvSpPr>
            <a:spLocks noGrp="1"/>
          </p:cNvSpPr>
          <p:nvPr>
            <p:ph type="dt" sz="half" idx="10"/>
          </p:nvPr>
        </p:nvSpPr>
        <p:spPr/>
        <p:txBody>
          <a:bodyPr/>
          <a:lstStyle/>
          <a:p>
            <a:fld id="{81287569-6421-4B39-8B86-5C877055F06E}" type="datetimeFigureOut">
              <a:rPr lang="en-GB" smtClean="0"/>
              <a:t>06/05/2025</a:t>
            </a:fld>
            <a:endParaRPr lang="en-GB"/>
          </a:p>
        </p:txBody>
      </p:sp>
      <p:sp>
        <p:nvSpPr>
          <p:cNvPr id="5" name="Footer Placeholder 4">
            <a:extLst>
              <a:ext uri="{FF2B5EF4-FFF2-40B4-BE49-F238E27FC236}">
                <a16:creationId xmlns:a16="http://schemas.microsoft.com/office/drawing/2014/main" id="{D2D2F7C2-E17C-1DA1-EE53-911EEF31E31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94B0C23-6572-5BBA-F3E8-9D9A5E1FE8CF}"/>
              </a:ext>
            </a:extLst>
          </p:cNvPr>
          <p:cNvSpPr>
            <a:spLocks noGrp="1"/>
          </p:cNvSpPr>
          <p:nvPr>
            <p:ph type="sldNum" sz="quarter" idx="12"/>
          </p:nvPr>
        </p:nvSpPr>
        <p:spPr/>
        <p:txBody>
          <a:bodyPr/>
          <a:lstStyle/>
          <a:p>
            <a:fld id="{1C009CAE-134D-4640-93C5-73E9C1D1B858}" type="slidenum">
              <a:rPr lang="en-GB" smtClean="0"/>
              <a:t>‹#›</a:t>
            </a:fld>
            <a:endParaRPr lang="en-GB"/>
          </a:p>
        </p:txBody>
      </p:sp>
    </p:spTree>
    <p:extLst>
      <p:ext uri="{BB962C8B-B14F-4D97-AF65-F5344CB8AC3E}">
        <p14:creationId xmlns:p14="http://schemas.microsoft.com/office/powerpoint/2010/main" val="21501059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DCC82-9B20-186F-EE37-4FB059B4331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D69409E5-01CC-DBB2-17CA-159CCCF144C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F6D573B-D6B3-E380-2C08-1098C60DA3DD}"/>
              </a:ext>
            </a:extLst>
          </p:cNvPr>
          <p:cNvSpPr>
            <a:spLocks noGrp="1"/>
          </p:cNvSpPr>
          <p:nvPr>
            <p:ph type="dt" sz="half" idx="10"/>
          </p:nvPr>
        </p:nvSpPr>
        <p:spPr/>
        <p:txBody>
          <a:bodyPr/>
          <a:lstStyle/>
          <a:p>
            <a:fld id="{81287569-6421-4B39-8B86-5C877055F06E}" type="datetimeFigureOut">
              <a:rPr lang="en-GB" smtClean="0"/>
              <a:t>06/05/2025</a:t>
            </a:fld>
            <a:endParaRPr lang="en-GB"/>
          </a:p>
        </p:txBody>
      </p:sp>
      <p:sp>
        <p:nvSpPr>
          <p:cNvPr id="5" name="Footer Placeholder 4">
            <a:extLst>
              <a:ext uri="{FF2B5EF4-FFF2-40B4-BE49-F238E27FC236}">
                <a16:creationId xmlns:a16="http://schemas.microsoft.com/office/drawing/2014/main" id="{373E7BF3-3863-6155-BBE0-1418334DBD2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99AD6D4-8AF5-DAC9-A9FB-2ACD312B1F92}"/>
              </a:ext>
            </a:extLst>
          </p:cNvPr>
          <p:cNvSpPr>
            <a:spLocks noGrp="1"/>
          </p:cNvSpPr>
          <p:nvPr>
            <p:ph type="sldNum" sz="quarter" idx="12"/>
          </p:nvPr>
        </p:nvSpPr>
        <p:spPr/>
        <p:txBody>
          <a:bodyPr/>
          <a:lstStyle/>
          <a:p>
            <a:fld id="{1C009CAE-134D-4640-93C5-73E9C1D1B858}" type="slidenum">
              <a:rPr lang="en-GB" smtClean="0"/>
              <a:t>‹#›</a:t>
            </a:fld>
            <a:endParaRPr lang="en-GB"/>
          </a:p>
        </p:txBody>
      </p:sp>
    </p:spTree>
    <p:extLst>
      <p:ext uri="{BB962C8B-B14F-4D97-AF65-F5344CB8AC3E}">
        <p14:creationId xmlns:p14="http://schemas.microsoft.com/office/powerpoint/2010/main" val="1804458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DB205-486A-4083-7124-5F45A093464D}"/>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DBC40B29-64D5-F6F9-C7FA-5077E6DC14B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4ADC51FD-E458-FD1F-86D3-A8BC2C3B56AD}"/>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B27A87AD-F597-7451-9C39-68A53E740CA0}"/>
              </a:ext>
            </a:extLst>
          </p:cNvPr>
          <p:cNvSpPr>
            <a:spLocks noGrp="1"/>
          </p:cNvSpPr>
          <p:nvPr>
            <p:ph type="dt" sz="half" idx="10"/>
          </p:nvPr>
        </p:nvSpPr>
        <p:spPr/>
        <p:txBody>
          <a:bodyPr/>
          <a:lstStyle/>
          <a:p>
            <a:fld id="{81287569-6421-4B39-8B86-5C877055F06E}" type="datetimeFigureOut">
              <a:rPr lang="en-GB" smtClean="0"/>
              <a:t>06/05/2025</a:t>
            </a:fld>
            <a:endParaRPr lang="en-GB"/>
          </a:p>
        </p:txBody>
      </p:sp>
      <p:sp>
        <p:nvSpPr>
          <p:cNvPr id="6" name="Footer Placeholder 5">
            <a:extLst>
              <a:ext uri="{FF2B5EF4-FFF2-40B4-BE49-F238E27FC236}">
                <a16:creationId xmlns:a16="http://schemas.microsoft.com/office/drawing/2014/main" id="{AD02FE7D-BBA9-A7F4-2E4C-3D513171EF7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3CECDA0-56BE-14AC-CAED-D27E4C36DEE4}"/>
              </a:ext>
            </a:extLst>
          </p:cNvPr>
          <p:cNvSpPr>
            <a:spLocks noGrp="1"/>
          </p:cNvSpPr>
          <p:nvPr>
            <p:ph type="sldNum" sz="quarter" idx="12"/>
          </p:nvPr>
        </p:nvSpPr>
        <p:spPr/>
        <p:txBody>
          <a:bodyPr/>
          <a:lstStyle/>
          <a:p>
            <a:fld id="{1C009CAE-134D-4640-93C5-73E9C1D1B858}" type="slidenum">
              <a:rPr lang="en-GB" smtClean="0"/>
              <a:t>‹#›</a:t>
            </a:fld>
            <a:endParaRPr lang="en-GB"/>
          </a:p>
        </p:txBody>
      </p:sp>
    </p:spTree>
    <p:extLst>
      <p:ext uri="{BB962C8B-B14F-4D97-AF65-F5344CB8AC3E}">
        <p14:creationId xmlns:p14="http://schemas.microsoft.com/office/powerpoint/2010/main" val="42067093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7C4F2-7182-8E57-21D2-656536CA4F97}"/>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FA2BC475-B4EC-AE19-6C7C-031C44C3C7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F801D08-9964-EE6D-C95C-DF19C51CE41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BAD99C5B-BCB3-78A1-083B-5ECDB01F64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60ADF8C-BE7D-4FEA-ADFF-D6DDF30AEB66}"/>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143C56B5-5026-2C8E-EF83-D2B649E37F4A}"/>
              </a:ext>
            </a:extLst>
          </p:cNvPr>
          <p:cNvSpPr>
            <a:spLocks noGrp="1"/>
          </p:cNvSpPr>
          <p:nvPr>
            <p:ph type="dt" sz="half" idx="10"/>
          </p:nvPr>
        </p:nvSpPr>
        <p:spPr/>
        <p:txBody>
          <a:bodyPr/>
          <a:lstStyle/>
          <a:p>
            <a:fld id="{81287569-6421-4B39-8B86-5C877055F06E}" type="datetimeFigureOut">
              <a:rPr lang="en-GB" smtClean="0"/>
              <a:t>06/05/2025</a:t>
            </a:fld>
            <a:endParaRPr lang="en-GB"/>
          </a:p>
        </p:txBody>
      </p:sp>
      <p:sp>
        <p:nvSpPr>
          <p:cNvPr id="8" name="Footer Placeholder 7">
            <a:extLst>
              <a:ext uri="{FF2B5EF4-FFF2-40B4-BE49-F238E27FC236}">
                <a16:creationId xmlns:a16="http://schemas.microsoft.com/office/drawing/2014/main" id="{E71ACF23-E65E-C8FD-BAF3-9B7904E010F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D367BF3B-A410-C905-E8E2-9D87FD641AB8}"/>
              </a:ext>
            </a:extLst>
          </p:cNvPr>
          <p:cNvSpPr>
            <a:spLocks noGrp="1"/>
          </p:cNvSpPr>
          <p:nvPr>
            <p:ph type="sldNum" sz="quarter" idx="12"/>
          </p:nvPr>
        </p:nvSpPr>
        <p:spPr/>
        <p:txBody>
          <a:bodyPr/>
          <a:lstStyle/>
          <a:p>
            <a:fld id="{1C009CAE-134D-4640-93C5-73E9C1D1B858}" type="slidenum">
              <a:rPr lang="en-GB" smtClean="0"/>
              <a:t>‹#›</a:t>
            </a:fld>
            <a:endParaRPr lang="en-GB"/>
          </a:p>
        </p:txBody>
      </p:sp>
    </p:spTree>
    <p:extLst>
      <p:ext uri="{BB962C8B-B14F-4D97-AF65-F5344CB8AC3E}">
        <p14:creationId xmlns:p14="http://schemas.microsoft.com/office/powerpoint/2010/main" val="1194188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2D264-CCDA-83DF-9B35-4B7E7FB4CC42}"/>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B3E2F273-521B-36B7-E2A9-6AEFC3B2569C}"/>
              </a:ext>
            </a:extLst>
          </p:cNvPr>
          <p:cNvSpPr>
            <a:spLocks noGrp="1"/>
          </p:cNvSpPr>
          <p:nvPr>
            <p:ph type="dt" sz="half" idx="10"/>
          </p:nvPr>
        </p:nvSpPr>
        <p:spPr/>
        <p:txBody>
          <a:bodyPr/>
          <a:lstStyle/>
          <a:p>
            <a:fld id="{81287569-6421-4B39-8B86-5C877055F06E}" type="datetimeFigureOut">
              <a:rPr lang="en-GB" smtClean="0"/>
              <a:t>06/05/2025</a:t>
            </a:fld>
            <a:endParaRPr lang="en-GB"/>
          </a:p>
        </p:txBody>
      </p:sp>
      <p:sp>
        <p:nvSpPr>
          <p:cNvPr id="4" name="Footer Placeholder 3">
            <a:extLst>
              <a:ext uri="{FF2B5EF4-FFF2-40B4-BE49-F238E27FC236}">
                <a16:creationId xmlns:a16="http://schemas.microsoft.com/office/drawing/2014/main" id="{D7320F4B-804D-5E03-09B6-FADAB62DBB12}"/>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894CFD8-B705-A5BF-872B-CC90ECE1BE77}"/>
              </a:ext>
            </a:extLst>
          </p:cNvPr>
          <p:cNvSpPr>
            <a:spLocks noGrp="1"/>
          </p:cNvSpPr>
          <p:nvPr>
            <p:ph type="sldNum" sz="quarter" idx="12"/>
          </p:nvPr>
        </p:nvSpPr>
        <p:spPr/>
        <p:txBody>
          <a:bodyPr/>
          <a:lstStyle/>
          <a:p>
            <a:fld id="{1C009CAE-134D-4640-93C5-73E9C1D1B858}" type="slidenum">
              <a:rPr lang="en-GB" smtClean="0"/>
              <a:t>‹#›</a:t>
            </a:fld>
            <a:endParaRPr lang="en-GB"/>
          </a:p>
        </p:txBody>
      </p:sp>
    </p:spTree>
    <p:extLst>
      <p:ext uri="{BB962C8B-B14F-4D97-AF65-F5344CB8AC3E}">
        <p14:creationId xmlns:p14="http://schemas.microsoft.com/office/powerpoint/2010/main" val="30480140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9ABE35-F029-28C4-761D-9D58738433CB}"/>
              </a:ext>
            </a:extLst>
          </p:cNvPr>
          <p:cNvSpPr>
            <a:spLocks noGrp="1"/>
          </p:cNvSpPr>
          <p:nvPr>
            <p:ph type="dt" sz="half" idx="10"/>
          </p:nvPr>
        </p:nvSpPr>
        <p:spPr/>
        <p:txBody>
          <a:bodyPr/>
          <a:lstStyle/>
          <a:p>
            <a:fld id="{81287569-6421-4B39-8B86-5C877055F06E}" type="datetimeFigureOut">
              <a:rPr lang="en-GB" smtClean="0"/>
              <a:t>06/05/2025</a:t>
            </a:fld>
            <a:endParaRPr lang="en-GB"/>
          </a:p>
        </p:txBody>
      </p:sp>
      <p:sp>
        <p:nvSpPr>
          <p:cNvPr id="3" name="Footer Placeholder 2">
            <a:extLst>
              <a:ext uri="{FF2B5EF4-FFF2-40B4-BE49-F238E27FC236}">
                <a16:creationId xmlns:a16="http://schemas.microsoft.com/office/drawing/2014/main" id="{C24E8F4E-C1F5-2166-0364-C138DBBF330A}"/>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61AF5ADA-0DEB-EED7-5E50-16DED4E53593}"/>
              </a:ext>
            </a:extLst>
          </p:cNvPr>
          <p:cNvSpPr>
            <a:spLocks noGrp="1"/>
          </p:cNvSpPr>
          <p:nvPr>
            <p:ph type="sldNum" sz="quarter" idx="12"/>
          </p:nvPr>
        </p:nvSpPr>
        <p:spPr/>
        <p:txBody>
          <a:bodyPr/>
          <a:lstStyle/>
          <a:p>
            <a:fld id="{1C009CAE-134D-4640-93C5-73E9C1D1B858}" type="slidenum">
              <a:rPr lang="en-GB" smtClean="0"/>
              <a:t>‹#›</a:t>
            </a:fld>
            <a:endParaRPr lang="en-GB"/>
          </a:p>
        </p:txBody>
      </p:sp>
    </p:spTree>
    <p:extLst>
      <p:ext uri="{BB962C8B-B14F-4D97-AF65-F5344CB8AC3E}">
        <p14:creationId xmlns:p14="http://schemas.microsoft.com/office/powerpoint/2010/main" val="2812425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1A902-E75C-B041-4A78-DA9AD7FFA12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E7E331BC-1805-9271-F5F8-CA1A5191B8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3EFE7C97-5454-CB75-41C4-1C3842DC5E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0075BA4-88AF-14FE-FD3D-482295E0EFA1}"/>
              </a:ext>
            </a:extLst>
          </p:cNvPr>
          <p:cNvSpPr>
            <a:spLocks noGrp="1"/>
          </p:cNvSpPr>
          <p:nvPr>
            <p:ph type="dt" sz="half" idx="10"/>
          </p:nvPr>
        </p:nvSpPr>
        <p:spPr/>
        <p:txBody>
          <a:bodyPr/>
          <a:lstStyle/>
          <a:p>
            <a:fld id="{81287569-6421-4B39-8B86-5C877055F06E}" type="datetimeFigureOut">
              <a:rPr lang="en-GB" smtClean="0"/>
              <a:t>06/05/2025</a:t>
            </a:fld>
            <a:endParaRPr lang="en-GB"/>
          </a:p>
        </p:txBody>
      </p:sp>
      <p:sp>
        <p:nvSpPr>
          <p:cNvPr id="6" name="Footer Placeholder 5">
            <a:extLst>
              <a:ext uri="{FF2B5EF4-FFF2-40B4-BE49-F238E27FC236}">
                <a16:creationId xmlns:a16="http://schemas.microsoft.com/office/drawing/2014/main" id="{9A372A24-1842-3BBA-D398-6B08913BCC0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D627858-D09F-6336-BCA6-080B47CE1279}"/>
              </a:ext>
            </a:extLst>
          </p:cNvPr>
          <p:cNvSpPr>
            <a:spLocks noGrp="1"/>
          </p:cNvSpPr>
          <p:nvPr>
            <p:ph type="sldNum" sz="quarter" idx="12"/>
          </p:nvPr>
        </p:nvSpPr>
        <p:spPr/>
        <p:txBody>
          <a:bodyPr/>
          <a:lstStyle/>
          <a:p>
            <a:fld id="{1C009CAE-134D-4640-93C5-73E9C1D1B858}" type="slidenum">
              <a:rPr lang="en-GB" smtClean="0"/>
              <a:t>‹#›</a:t>
            </a:fld>
            <a:endParaRPr lang="en-GB"/>
          </a:p>
        </p:txBody>
      </p:sp>
    </p:spTree>
    <p:extLst>
      <p:ext uri="{BB962C8B-B14F-4D97-AF65-F5344CB8AC3E}">
        <p14:creationId xmlns:p14="http://schemas.microsoft.com/office/powerpoint/2010/main" val="3425326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6C5B8-CC04-A3D4-944C-E7CCBCCAE4B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B80AFFC4-3A89-BD54-B604-8E8F3933FB7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FA5C60D6-3FEE-1000-7FC9-EB30A23056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FFE57FF-BFD6-6825-7738-131CE6180C65}"/>
              </a:ext>
            </a:extLst>
          </p:cNvPr>
          <p:cNvSpPr>
            <a:spLocks noGrp="1"/>
          </p:cNvSpPr>
          <p:nvPr>
            <p:ph type="dt" sz="half" idx="10"/>
          </p:nvPr>
        </p:nvSpPr>
        <p:spPr/>
        <p:txBody>
          <a:bodyPr/>
          <a:lstStyle/>
          <a:p>
            <a:fld id="{81287569-6421-4B39-8B86-5C877055F06E}" type="datetimeFigureOut">
              <a:rPr lang="en-GB" smtClean="0"/>
              <a:t>06/05/2025</a:t>
            </a:fld>
            <a:endParaRPr lang="en-GB"/>
          </a:p>
        </p:txBody>
      </p:sp>
      <p:sp>
        <p:nvSpPr>
          <p:cNvPr id="6" name="Footer Placeholder 5">
            <a:extLst>
              <a:ext uri="{FF2B5EF4-FFF2-40B4-BE49-F238E27FC236}">
                <a16:creationId xmlns:a16="http://schemas.microsoft.com/office/drawing/2014/main" id="{C8034271-2F61-935A-4B56-4D1EA51B73F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9B95316-06BB-84D6-4C32-DC30AACF2DB0}"/>
              </a:ext>
            </a:extLst>
          </p:cNvPr>
          <p:cNvSpPr>
            <a:spLocks noGrp="1"/>
          </p:cNvSpPr>
          <p:nvPr>
            <p:ph type="sldNum" sz="quarter" idx="12"/>
          </p:nvPr>
        </p:nvSpPr>
        <p:spPr/>
        <p:txBody>
          <a:bodyPr/>
          <a:lstStyle/>
          <a:p>
            <a:fld id="{1C009CAE-134D-4640-93C5-73E9C1D1B858}" type="slidenum">
              <a:rPr lang="en-GB" smtClean="0"/>
              <a:t>‹#›</a:t>
            </a:fld>
            <a:endParaRPr lang="en-GB"/>
          </a:p>
        </p:txBody>
      </p:sp>
    </p:spTree>
    <p:extLst>
      <p:ext uri="{BB962C8B-B14F-4D97-AF65-F5344CB8AC3E}">
        <p14:creationId xmlns:p14="http://schemas.microsoft.com/office/powerpoint/2010/main" val="42937628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97127-C7A3-EBEA-8049-11DCB894F900}"/>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16B8D262-369D-31C8-A79B-80B7E5372E2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C24F169-7F00-3BE0-807D-CBD241DE7736}"/>
              </a:ext>
            </a:extLst>
          </p:cNvPr>
          <p:cNvSpPr>
            <a:spLocks noGrp="1"/>
          </p:cNvSpPr>
          <p:nvPr>
            <p:ph type="dt" sz="half" idx="10"/>
          </p:nvPr>
        </p:nvSpPr>
        <p:spPr/>
        <p:txBody>
          <a:bodyPr/>
          <a:lstStyle/>
          <a:p>
            <a:fld id="{81287569-6421-4B39-8B86-5C877055F06E}" type="datetimeFigureOut">
              <a:rPr lang="en-GB" smtClean="0"/>
              <a:t>06/05/2025</a:t>
            </a:fld>
            <a:endParaRPr lang="en-GB"/>
          </a:p>
        </p:txBody>
      </p:sp>
      <p:sp>
        <p:nvSpPr>
          <p:cNvPr id="5" name="Footer Placeholder 4">
            <a:extLst>
              <a:ext uri="{FF2B5EF4-FFF2-40B4-BE49-F238E27FC236}">
                <a16:creationId xmlns:a16="http://schemas.microsoft.com/office/drawing/2014/main" id="{5D40727A-7C16-006E-8C2D-F163E08DB62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84C310D-F705-7DED-1204-B5154939FBC1}"/>
              </a:ext>
            </a:extLst>
          </p:cNvPr>
          <p:cNvSpPr>
            <a:spLocks noGrp="1"/>
          </p:cNvSpPr>
          <p:nvPr>
            <p:ph type="sldNum" sz="quarter" idx="12"/>
          </p:nvPr>
        </p:nvSpPr>
        <p:spPr/>
        <p:txBody>
          <a:bodyPr/>
          <a:lstStyle/>
          <a:p>
            <a:fld id="{1C009CAE-134D-4640-93C5-73E9C1D1B858}" type="slidenum">
              <a:rPr lang="en-GB" smtClean="0"/>
              <a:t>‹#›</a:t>
            </a:fld>
            <a:endParaRPr lang="en-GB"/>
          </a:p>
        </p:txBody>
      </p:sp>
    </p:spTree>
    <p:extLst>
      <p:ext uri="{BB962C8B-B14F-4D97-AF65-F5344CB8AC3E}">
        <p14:creationId xmlns:p14="http://schemas.microsoft.com/office/powerpoint/2010/main" val="18934481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8FD21E-385D-EBB1-350B-625CFA9CD23B}"/>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7A20843E-9DD4-5AC3-B64F-2671B42D105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E87EA35-790F-BB28-089A-9585DB6C0F4B}"/>
              </a:ext>
            </a:extLst>
          </p:cNvPr>
          <p:cNvSpPr>
            <a:spLocks noGrp="1"/>
          </p:cNvSpPr>
          <p:nvPr>
            <p:ph type="dt" sz="half" idx="10"/>
          </p:nvPr>
        </p:nvSpPr>
        <p:spPr/>
        <p:txBody>
          <a:bodyPr/>
          <a:lstStyle/>
          <a:p>
            <a:fld id="{81287569-6421-4B39-8B86-5C877055F06E}" type="datetimeFigureOut">
              <a:rPr lang="en-GB" smtClean="0"/>
              <a:t>06/05/2025</a:t>
            </a:fld>
            <a:endParaRPr lang="en-GB"/>
          </a:p>
        </p:txBody>
      </p:sp>
      <p:sp>
        <p:nvSpPr>
          <p:cNvPr id="5" name="Footer Placeholder 4">
            <a:extLst>
              <a:ext uri="{FF2B5EF4-FFF2-40B4-BE49-F238E27FC236}">
                <a16:creationId xmlns:a16="http://schemas.microsoft.com/office/drawing/2014/main" id="{51AC1936-A86E-998C-9C7D-F0AC527ABEC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121E979-99E7-BF74-71A3-1576FA6BB351}"/>
              </a:ext>
            </a:extLst>
          </p:cNvPr>
          <p:cNvSpPr>
            <a:spLocks noGrp="1"/>
          </p:cNvSpPr>
          <p:nvPr>
            <p:ph type="sldNum" sz="quarter" idx="12"/>
          </p:nvPr>
        </p:nvSpPr>
        <p:spPr/>
        <p:txBody>
          <a:bodyPr/>
          <a:lstStyle/>
          <a:p>
            <a:fld id="{1C009CAE-134D-4640-93C5-73E9C1D1B858}" type="slidenum">
              <a:rPr lang="en-GB" smtClean="0"/>
              <a:t>‹#›</a:t>
            </a:fld>
            <a:endParaRPr lang="en-GB"/>
          </a:p>
        </p:txBody>
      </p:sp>
    </p:spTree>
    <p:extLst>
      <p:ext uri="{BB962C8B-B14F-4D97-AF65-F5344CB8AC3E}">
        <p14:creationId xmlns:p14="http://schemas.microsoft.com/office/powerpoint/2010/main" val="19304771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06/05/2025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070582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06/05/2025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79038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06/05/2025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5923567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p:cNvSpPr>
            <a:spLocks noGrp="1"/>
          </p:cNvSpPr>
          <p:nvPr>
            <p:ph type="dt" sz="half" idx="10"/>
          </p:nvPr>
        </p:nvSpPr>
        <p:spPr/>
        <p:txBody>
          <a:bodyPr/>
          <a:lstStyle/>
          <a:p>
            <a:fld id="{846CE7D5-CF57-46EF-B807-FDD0502418D4}" type="datetimeFigureOut">
              <a:rPr lang="en-GB" smtClean="0"/>
              <a:t>06/05/2025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0419276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p:cNvSpPr>
            <a:spLocks noGrp="1"/>
          </p:cNvSpPr>
          <p:nvPr>
            <p:ph type="dt" sz="half" idx="10"/>
          </p:nvPr>
        </p:nvSpPr>
        <p:spPr/>
        <p:txBody>
          <a:bodyPr/>
          <a:lstStyle/>
          <a:p>
            <a:fld id="{846CE7D5-CF57-46EF-B807-FDD0502418D4}" type="datetimeFigureOut">
              <a:rPr lang="en-GB" smtClean="0"/>
              <a:t>06/05/2025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126153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GB" smtClean="0"/>
              <a:t>06/05/2025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0774116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06/05/2025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42914382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06/05/2025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3049955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06/05/2025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265366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06/05/2025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625886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06/05/2025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471393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810567C-AD6D-9F47-F9A8-88DF433C8F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370EBFF8-465E-0443-CAAE-974E19B008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2FD3E47-8B18-14FE-665D-498A48B0E3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1287569-6421-4B39-8B86-5C877055F06E}" type="datetimeFigureOut">
              <a:rPr lang="en-GB" smtClean="0"/>
              <a:t>06/05/2025</a:t>
            </a:fld>
            <a:endParaRPr lang="en-GB"/>
          </a:p>
        </p:txBody>
      </p:sp>
      <p:sp>
        <p:nvSpPr>
          <p:cNvPr id="5" name="Footer Placeholder 4">
            <a:extLst>
              <a:ext uri="{FF2B5EF4-FFF2-40B4-BE49-F238E27FC236}">
                <a16:creationId xmlns:a16="http://schemas.microsoft.com/office/drawing/2014/main" id="{6CFB2635-906A-3F3D-E3DA-28695C9559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B5734A01-576E-9F66-7A65-F04C42FBB6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C009CAE-134D-4640-93C5-73E9C1D1B858}" type="slidenum">
              <a:rPr lang="en-GB" smtClean="0"/>
              <a:t>‹#›</a:t>
            </a:fld>
            <a:endParaRPr lang="en-GB"/>
          </a:p>
        </p:txBody>
      </p:sp>
    </p:spTree>
    <p:extLst>
      <p:ext uri="{BB962C8B-B14F-4D97-AF65-F5344CB8AC3E}">
        <p14:creationId xmlns:p14="http://schemas.microsoft.com/office/powerpoint/2010/main" val="21263523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06/05/2025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39384906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11D76-1CD6-9F07-2CA3-8D9888A38DC1}"/>
              </a:ext>
            </a:extLst>
          </p:cNvPr>
          <p:cNvSpPr>
            <a:spLocks noGrp="1"/>
          </p:cNvSpPr>
          <p:nvPr>
            <p:ph type="ctrTitle"/>
          </p:nvPr>
        </p:nvSpPr>
        <p:spPr/>
        <p:txBody>
          <a:bodyPr/>
          <a:lstStyle/>
          <a:p>
            <a:r>
              <a:rPr lang="en-GB">
                <a:solidFill>
                  <a:schemeClr val="bg1"/>
                </a:solidFill>
              </a:rPr>
              <a:t>Devon Dive Adventures</a:t>
            </a:r>
          </a:p>
        </p:txBody>
      </p:sp>
      <p:sp>
        <p:nvSpPr>
          <p:cNvPr id="3" name="Subtitle 2">
            <a:extLst>
              <a:ext uri="{FF2B5EF4-FFF2-40B4-BE49-F238E27FC236}">
                <a16:creationId xmlns:a16="http://schemas.microsoft.com/office/drawing/2014/main" id="{74DE4019-DAEF-8118-B41D-D46BA0B3AA31}"/>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10468225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2F00D-DBBE-8334-31EE-B33A0649E2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50B415-101A-1AA5-D4E9-B20C88D2BA4D}"/>
              </a:ext>
            </a:extLst>
          </p:cNvPr>
          <p:cNvSpPr>
            <a:spLocks noGrp="1"/>
          </p:cNvSpPr>
          <p:nvPr>
            <p:ph type="title"/>
          </p:nvPr>
        </p:nvSpPr>
        <p:spPr/>
        <p:txBody>
          <a:bodyPr>
            <a:normAutofit/>
          </a:bodyPr>
          <a:lstStyle/>
          <a:p>
            <a:pPr algn="ctr"/>
            <a:r>
              <a:rPr lang="en-GB" sz="2800">
                <a:solidFill>
                  <a:schemeClr val="bg1"/>
                </a:solidFill>
              </a:rPr>
              <a:t>Requirements</a:t>
            </a:r>
            <a:endParaRPr lang="en-US" sz="2800">
              <a:solidFill>
                <a:schemeClr val="bg1"/>
              </a:solidFill>
            </a:endParaRPr>
          </a:p>
        </p:txBody>
      </p:sp>
      <p:sp>
        <p:nvSpPr>
          <p:cNvPr id="3" name="Content Placeholder 2">
            <a:extLst>
              <a:ext uri="{FF2B5EF4-FFF2-40B4-BE49-F238E27FC236}">
                <a16:creationId xmlns:a16="http://schemas.microsoft.com/office/drawing/2014/main" id="{25F85DCD-C439-021D-9FD7-EABF2CBA6FAB}"/>
              </a:ext>
            </a:extLst>
          </p:cNvPr>
          <p:cNvSpPr>
            <a:spLocks noGrp="1"/>
          </p:cNvSpPr>
          <p:nvPr>
            <p:ph idx="1"/>
          </p:nvPr>
        </p:nvSpPr>
        <p:spPr>
          <a:xfrm>
            <a:off x="1930879" y="1423059"/>
            <a:ext cx="8330241" cy="943903"/>
          </a:xfrm>
        </p:spPr>
        <p:txBody>
          <a:bodyPr vert="horz" lIns="91440" tIns="45720" rIns="91440" bIns="45720" rtlCol="0" anchor="t">
            <a:normAutofit fontScale="92500"/>
          </a:bodyPr>
          <a:lstStyle/>
          <a:p>
            <a:pPr marL="0" indent="0">
              <a:buNone/>
            </a:pPr>
            <a:r>
              <a:rPr lang="en-GB" sz="3600" u="sng">
                <a:solidFill>
                  <a:schemeClr val="bg1"/>
                </a:solidFill>
              </a:rPr>
              <a:t>The brief explained that the website should:</a:t>
            </a:r>
            <a:r>
              <a:rPr lang="en-GB" u="sng">
                <a:solidFill>
                  <a:schemeClr val="bg1"/>
                </a:solidFill>
              </a:rPr>
              <a:t> </a:t>
            </a:r>
            <a:endParaRPr lang="en-US" u="sng">
              <a:solidFill>
                <a:schemeClr val="bg1"/>
              </a:solidFill>
            </a:endParaRPr>
          </a:p>
        </p:txBody>
      </p:sp>
      <p:sp>
        <p:nvSpPr>
          <p:cNvPr id="4" name="TextBox 3">
            <a:extLst>
              <a:ext uri="{FF2B5EF4-FFF2-40B4-BE49-F238E27FC236}">
                <a16:creationId xmlns:a16="http://schemas.microsoft.com/office/drawing/2014/main" id="{51E00409-AD7A-1886-2F9C-208C82100C01}"/>
              </a:ext>
            </a:extLst>
          </p:cNvPr>
          <p:cNvSpPr txBox="1"/>
          <p:nvPr/>
        </p:nvSpPr>
        <p:spPr>
          <a:xfrm>
            <a:off x="78493" y="3270267"/>
            <a:ext cx="6021236" cy="14248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GB" sz="3200" b="0" i="0" u="none" strike="noStrike" kern="1200" cap="none" spc="0" normalizeH="0" baseline="0" noProof="0">
                <a:ln>
                  <a:noFill/>
                </a:ln>
                <a:solidFill>
                  <a:prstClr val="white"/>
                </a:solidFill>
                <a:effectLst/>
                <a:uLnTx/>
                <a:uFillTx/>
                <a:latin typeface="Aptos" panose="020B0004020202020204"/>
                <a:ea typeface="+mn-ea"/>
                <a:cs typeface="+mn-cs"/>
              </a:rPr>
              <a:t>Inform the potential customers of Devon Dive Adventures activities available</a:t>
            </a:r>
            <a:endParaRPr kumimoji="0" lang="en-US" sz="3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6" name="TextBox 5">
            <a:extLst>
              <a:ext uri="{FF2B5EF4-FFF2-40B4-BE49-F238E27FC236}">
                <a16:creationId xmlns:a16="http://schemas.microsoft.com/office/drawing/2014/main" id="{BE2BD2CD-1452-592B-6276-F5CC6CC122C8}"/>
              </a:ext>
            </a:extLst>
          </p:cNvPr>
          <p:cNvSpPr txBox="1"/>
          <p:nvPr/>
        </p:nvSpPr>
        <p:spPr>
          <a:xfrm>
            <a:off x="6104626" y="2999116"/>
            <a:ext cx="5661803"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200" b="0" i="0" u="none" strike="noStrike" kern="1200" cap="none" spc="0" normalizeH="0" baseline="0" noProof="0">
                <a:ln>
                  <a:noFill/>
                </a:ln>
                <a:solidFill>
                  <a:prstClr val="white">
                    <a:lumMod val="65000"/>
                  </a:prstClr>
                </a:solidFill>
                <a:effectLst/>
                <a:uLnTx/>
                <a:uFillTx/>
                <a:latin typeface="Aptos" panose="020B0004020202020204"/>
                <a:ea typeface="+mn-ea"/>
                <a:cs typeface="Segoe UI"/>
              </a:rPr>
              <a:t>One way of doing this is by including simple details of the activities to hook their interest on the home page</a:t>
            </a:r>
          </a:p>
        </p:txBody>
      </p:sp>
    </p:spTree>
    <p:extLst>
      <p:ext uri="{BB962C8B-B14F-4D97-AF65-F5344CB8AC3E}">
        <p14:creationId xmlns:p14="http://schemas.microsoft.com/office/powerpoint/2010/main" val="4237893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iterate type="wd">
                                    <p:tmAbs val="25"/>
                                  </p:iterate>
                                  <p:childTnLst>
                                    <p:set>
                                      <p:cBhvr override="childStyle">
                                        <p:cTn id="6" dur="indefinite"/>
                                        <p:tgtEl>
                                          <p:spTgt spid="4">
                                            <p:txEl>
                                              <p:pRg st="0" end="0"/>
                                            </p:txEl>
                                          </p:spTgt>
                                        </p:tgtEl>
                                        <p:attrNameLst>
                                          <p:attrName>style.fontWeight</p:attrName>
                                        </p:attrNameLst>
                                      </p:cBhvr>
                                      <p:to>
                                        <p:strVal val="bold"/>
                                      </p:to>
                                    </p:set>
                                  </p:childTnLst>
                                </p:cTn>
                              </p:par>
                              <p:par>
                                <p:cTn id="7" presetID="18" presetClass="emph" presetSubtype="0" fill="hold" nodeType="withEffect">
                                  <p:stCondLst>
                                    <p:cond delay="0"/>
                                  </p:stCondLst>
                                  <p:iterate type="wd">
                                    <p:tmPct val="4000"/>
                                  </p:iterate>
                                  <p:childTnLst>
                                    <p:set>
                                      <p:cBhvr override="childStyle">
                                        <p:cTn id="8" dur="500" fill="hold"/>
                                        <p:tgtEl>
                                          <p:spTgt spid="4">
                                            <p:txEl>
                                              <p:pRg st="0" end="0"/>
                                            </p:txEl>
                                          </p:spTgt>
                                        </p:tgtEl>
                                        <p:attrNameLst>
                                          <p:attrName>style.textDecorationUnderline</p:attrName>
                                        </p:attrNameLst>
                                      </p:cBhvr>
                                      <p:to>
                                        <p:strVal val="true"/>
                                      </p:to>
                                    </p:set>
                                  </p:childTnLst>
                                </p:cTn>
                              </p:par>
                            </p:childTnLst>
                          </p:cTn>
                        </p:par>
                      </p:childTnLst>
                    </p:cTn>
                  </p:par>
                  <p:par>
                    <p:cTn id="9" fill="hold">
                      <p:stCondLst>
                        <p:cond delay="indefinite"/>
                      </p:stCondLst>
                      <p:childTnLst>
                        <p:par>
                          <p:cTn id="10" fill="hold">
                            <p:stCondLst>
                              <p:cond delay="0"/>
                            </p:stCondLst>
                            <p:childTnLst>
                              <p:par>
                                <p:cTn id="11" presetID="3" presetClass="emph" presetSubtype="2" fill="hold" grpId="0" nodeType="clickEffect">
                                  <p:stCondLst>
                                    <p:cond delay="0"/>
                                  </p:stCondLst>
                                  <p:childTnLst>
                                    <p:animClr clrSpc="rgb" dir="cw">
                                      <p:cBhvr override="childStyle">
                                        <p:cTn id="12" dur="500" fill="hold"/>
                                        <p:tgtEl>
                                          <p:spTgt spid="6"/>
                                        </p:tgtEl>
                                        <p:attrNameLst>
                                          <p:attrName>style.color</p:attrName>
                                        </p:attrNameLst>
                                      </p:cBhvr>
                                      <p:to>
                                        <a:schemeClr val="bg1"/>
                                      </p:to>
                                    </p:animClr>
                                  </p:childTnLst>
                                </p:cTn>
                              </p:par>
                            </p:childTnLst>
                          </p:cTn>
                        </p:par>
                      </p:childTnLst>
                    </p:cTn>
                  </p:par>
                  <p:par>
                    <p:cTn id="13" fill="hold">
                      <p:stCondLst>
                        <p:cond delay="indefinite"/>
                      </p:stCondLst>
                      <p:childTnLst>
                        <p:par>
                          <p:cTn id="14" fill="hold">
                            <p:stCondLst>
                              <p:cond delay="0"/>
                            </p:stCondLst>
                            <p:childTnLst>
                              <p:par>
                                <p:cTn id="15" presetID="3" presetClass="emph" presetSubtype="2" fill="hold" nodeType="clickEffect">
                                  <p:stCondLst>
                                    <p:cond delay="0"/>
                                  </p:stCondLst>
                                  <p:iterate type="wd">
                                    <p:tmPct val="0"/>
                                  </p:iterate>
                                  <p:childTnLst>
                                    <p:animClr clrSpc="rgb" dir="cw">
                                      <p:cBhvr override="childStyle">
                                        <p:cTn id="16" dur="500" fill="hold"/>
                                        <p:tgtEl>
                                          <p:spTgt spid="4">
                                            <p:txEl>
                                              <p:pRg st="0" end="0"/>
                                            </p:txEl>
                                          </p:spTgt>
                                        </p:tgtEl>
                                        <p:attrNameLst>
                                          <p:attrName>style.color</p:attrName>
                                        </p:attrNameLst>
                                      </p:cBhvr>
                                      <p:to>
                                        <a:srgbClr val="A8A8A8"/>
                                      </p:to>
                                    </p:animClr>
                                  </p:childTnLst>
                                </p:cTn>
                              </p:par>
                              <p:par>
                                <p:cTn id="17" presetID="18" presetClass="emph" presetSubtype="0" fill="hold" nodeType="withEffect">
                                  <p:stCondLst>
                                    <p:cond delay="0"/>
                                  </p:stCondLst>
                                  <p:iterate type="wd">
                                    <p:tmPct val="4000"/>
                                  </p:iterate>
                                  <p:childTnLst>
                                    <p:set>
                                      <p:cBhvr override="childStyle">
                                        <p:cTn id="18" dur="500" fill="hold"/>
                                        <p:tgtEl>
                                          <p:spTgt spid="6">
                                            <p:txEl>
                                              <p:pRg st="0" end="0"/>
                                            </p:txEl>
                                          </p:spTgt>
                                        </p:tgtEl>
                                        <p:attrNameLst>
                                          <p:attrName>style.textDecorationUnderline</p:attrName>
                                        </p:attrNameLst>
                                      </p:cBhvr>
                                      <p:to>
                                        <p:strVal val="true"/>
                                      </p:to>
                                    </p:set>
                                  </p:childTnLst>
                                </p:cTn>
                              </p:par>
                              <p:par>
                                <p:cTn id="19" presetID="3" presetClass="emph" presetSubtype="2" fill="hold" nodeType="withEffect">
                                  <p:stCondLst>
                                    <p:cond delay="0"/>
                                  </p:stCondLst>
                                  <p:iterate type="wd">
                                    <p:tmPct val="0"/>
                                  </p:iterate>
                                  <p:childTnLst>
                                    <p:animClr clrSpc="rgb" dir="cw">
                                      <p:cBhvr override="childStyle">
                                        <p:cTn id="20" dur="500" fill="hold"/>
                                        <p:tgtEl>
                                          <p:spTgt spid="6">
                                            <p:txEl>
                                              <p:pRg st="0" end="0"/>
                                            </p:txEl>
                                          </p:spTgt>
                                        </p:tgtEl>
                                        <p:attrNameLst>
                                          <p:attrName>style.color</p:attrName>
                                        </p:attrNameLst>
                                      </p:cBhvr>
                                      <p:to>
                                        <a:schemeClr val="bg1"/>
                                      </p:to>
                                    </p:animClr>
                                  </p:childTnLst>
                                </p:cTn>
                              </p:par>
                              <p:par>
                                <p:cTn id="21" presetID="15" presetClass="emph" presetSubtype="0" nodeType="withEffect">
                                  <p:stCondLst>
                                    <p:cond delay="0"/>
                                  </p:stCondLst>
                                  <p:iterate type="wd">
                                    <p:tmAbs val="25"/>
                                  </p:iterate>
                                  <p:childTnLst>
                                    <p:set>
                                      <p:cBhvr override="childStyle">
                                        <p:cTn id="22" dur="indefinite"/>
                                        <p:tgtEl>
                                          <p:spTgt spid="6">
                                            <p:txEl>
                                              <p:pRg st="0" end="0"/>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1AC4F-7910-7B15-9B7B-786CA50366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458031-92E6-B795-491F-560966A810E4}"/>
              </a:ext>
            </a:extLst>
          </p:cNvPr>
          <p:cNvSpPr>
            <a:spLocks noGrp="1"/>
          </p:cNvSpPr>
          <p:nvPr>
            <p:ph type="title"/>
          </p:nvPr>
        </p:nvSpPr>
        <p:spPr/>
        <p:txBody>
          <a:bodyPr>
            <a:normAutofit/>
          </a:bodyPr>
          <a:lstStyle/>
          <a:p>
            <a:pPr algn="ctr"/>
            <a:r>
              <a:rPr lang="en-GB" sz="2800">
                <a:solidFill>
                  <a:schemeClr val="bg1"/>
                </a:solidFill>
              </a:rPr>
              <a:t>Requirements</a:t>
            </a:r>
            <a:endParaRPr lang="en-US" sz="2800">
              <a:solidFill>
                <a:schemeClr val="bg1"/>
              </a:solidFill>
            </a:endParaRPr>
          </a:p>
        </p:txBody>
      </p:sp>
      <p:sp>
        <p:nvSpPr>
          <p:cNvPr id="3" name="Content Placeholder 2">
            <a:extLst>
              <a:ext uri="{FF2B5EF4-FFF2-40B4-BE49-F238E27FC236}">
                <a16:creationId xmlns:a16="http://schemas.microsoft.com/office/drawing/2014/main" id="{A11552D4-842C-8526-24A9-AC5B38DA6A7D}"/>
              </a:ext>
            </a:extLst>
          </p:cNvPr>
          <p:cNvSpPr>
            <a:spLocks noGrp="1"/>
          </p:cNvSpPr>
          <p:nvPr>
            <p:ph idx="1"/>
          </p:nvPr>
        </p:nvSpPr>
        <p:spPr>
          <a:xfrm>
            <a:off x="1930879" y="1423059"/>
            <a:ext cx="8330241" cy="943903"/>
          </a:xfrm>
        </p:spPr>
        <p:txBody>
          <a:bodyPr vert="horz" lIns="91440" tIns="45720" rIns="91440" bIns="45720" rtlCol="0" anchor="t">
            <a:normAutofit/>
          </a:bodyPr>
          <a:lstStyle/>
          <a:p>
            <a:pPr marL="0" indent="0" algn="ctr">
              <a:buNone/>
            </a:pPr>
            <a:r>
              <a:rPr lang="en-GB" sz="3200" u="sng">
                <a:solidFill>
                  <a:schemeClr val="bg1"/>
                </a:solidFill>
              </a:rPr>
              <a:t>The Colour Scheme</a:t>
            </a:r>
            <a:endParaRPr lang="en-US" sz="3200" u="sng">
              <a:solidFill>
                <a:schemeClr val="bg1"/>
              </a:solidFill>
            </a:endParaRPr>
          </a:p>
        </p:txBody>
      </p:sp>
      <p:sp>
        <p:nvSpPr>
          <p:cNvPr id="4" name="TextBox 3">
            <a:extLst>
              <a:ext uri="{FF2B5EF4-FFF2-40B4-BE49-F238E27FC236}">
                <a16:creationId xmlns:a16="http://schemas.microsoft.com/office/drawing/2014/main" id="{995C7AD1-EEB9-B49C-CC55-83BBF9CBF1E3}"/>
              </a:ext>
            </a:extLst>
          </p:cNvPr>
          <p:cNvSpPr txBox="1"/>
          <p:nvPr/>
        </p:nvSpPr>
        <p:spPr>
          <a:xfrm>
            <a:off x="254480" y="2748622"/>
            <a:ext cx="5841519" cy="14248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GB" sz="3200" b="0" i="0" u="none" strike="noStrike" kern="1200" cap="none" spc="0" normalizeH="0" baseline="0" noProof="0">
                <a:ln>
                  <a:noFill/>
                </a:ln>
                <a:solidFill>
                  <a:prstClr val="white"/>
                </a:solidFill>
                <a:effectLst/>
                <a:uLnTx/>
                <a:uFillTx/>
                <a:latin typeface="Aptos" panose="020B0004020202020204"/>
                <a:ea typeface="+mn-ea"/>
                <a:cs typeface="+mn-cs"/>
              </a:rPr>
              <a:t>The colour scheme of the website is Navy Blue and Orange</a:t>
            </a:r>
            <a:endParaRPr kumimoji="0" lang="en-US" sz="20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 name="TextBox 4">
            <a:extLst>
              <a:ext uri="{FF2B5EF4-FFF2-40B4-BE49-F238E27FC236}">
                <a16:creationId xmlns:a16="http://schemas.microsoft.com/office/drawing/2014/main" id="{5ECF08A4-C96C-1862-51C4-748409916245}"/>
              </a:ext>
            </a:extLst>
          </p:cNvPr>
          <p:cNvSpPr txBox="1"/>
          <p:nvPr/>
        </p:nvSpPr>
        <p:spPr>
          <a:xfrm>
            <a:off x="6275717" y="2619887"/>
            <a:ext cx="5661803"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200" b="0" i="0" u="none" strike="noStrike" kern="1200" cap="none" spc="0" normalizeH="0" baseline="0" noProof="0">
                <a:ln>
                  <a:noFill/>
                </a:ln>
                <a:solidFill>
                  <a:prstClr val="white">
                    <a:lumMod val="75000"/>
                  </a:prstClr>
                </a:solidFill>
                <a:effectLst/>
                <a:uLnTx/>
                <a:uFillTx/>
                <a:latin typeface="Aptos" panose="020B0004020202020204"/>
                <a:ea typeface="+mn-ea"/>
                <a:cs typeface="Segoe UI"/>
              </a:rPr>
              <a:t>These colours are closely associated with aquatic-related activities in the public eye</a:t>
            </a:r>
          </a:p>
        </p:txBody>
      </p:sp>
      <p:sp>
        <p:nvSpPr>
          <p:cNvPr id="7" name="Rectangle 6">
            <a:extLst>
              <a:ext uri="{FF2B5EF4-FFF2-40B4-BE49-F238E27FC236}">
                <a16:creationId xmlns:a16="http://schemas.microsoft.com/office/drawing/2014/main" id="{5B72A180-B131-1ABB-CED3-BD1F4B3BBA91}"/>
              </a:ext>
            </a:extLst>
          </p:cNvPr>
          <p:cNvSpPr/>
          <p:nvPr/>
        </p:nvSpPr>
        <p:spPr>
          <a:xfrm>
            <a:off x="1811867" y="4927600"/>
            <a:ext cx="3420533" cy="1565275"/>
          </a:xfrm>
          <a:prstGeom prst="rect">
            <a:avLst/>
          </a:prstGeom>
          <a:solidFill>
            <a:srgbClr val="0D408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8" name="Rectangle 7">
            <a:extLst>
              <a:ext uri="{FF2B5EF4-FFF2-40B4-BE49-F238E27FC236}">
                <a16:creationId xmlns:a16="http://schemas.microsoft.com/office/drawing/2014/main" id="{E864EAF3-8440-50E8-7831-E69AE0DF7BF3}"/>
              </a:ext>
            </a:extLst>
          </p:cNvPr>
          <p:cNvSpPr/>
          <p:nvPr/>
        </p:nvSpPr>
        <p:spPr>
          <a:xfrm>
            <a:off x="6959602" y="4927599"/>
            <a:ext cx="3420533" cy="1565275"/>
          </a:xfrm>
          <a:prstGeom prst="rect">
            <a:avLst/>
          </a:prstGeom>
          <a:solidFill>
            <a:srgbClr val="E69C0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Tree>
    <p:extLst>
      <p:ext uri="{BB962C8B-B14F-4D97-AF65-F5344CB8AC3E}">
        <p14:creationId xmlns:p14="http://schemas.microsoft.com/office/powerpoint/2010/main" val="3152393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wd">
                                    <p:tmPct val="4000"/>
                                  </p:iterate>
                                  <p:childTnLst>
                                    <p:set>
                                      <p:cBhvr override="childStyle">
                                        <p:cTn id="6" dur="500" fill="hold"/>
                                        <p:tgtEl>
                                          <p:spTgt spid="4">
                                            <p:txEl>
                                              <p:pRg st="0" end="0"/>
                                            </p:txEl>
                                          </p:spTgt>
                                        </p:tgtEl>
                                        <p:attrNameLst>
                                          <p:attrName>style.textDecorationUnderline</p:attrName>
                                        </p:attrNameLst>
                                      </p:cBhvr>
                                      <p:to>
                                        <p:strVal val="true"/>
                                      </p:to>
                                    </p:set>
                                  </p:childTnLst>
                                </p:cTn>
                              </p:par>
                              <p:par>
                                <p:cTn id="7" presetID="15" presetClass="emph" presetSubtype="0" nodeType="withEffect">
                                  <p:stCondLst>
                                    <p:cond delay="0"/>
                                  </p:stCondLst>
                                  <p:iterate type="wd">
                                    <p:tmAbs val="25"/>
                                  </p:iterate>
                                  <p:childTnLst>
                                    <p:set>
                                      <p:cBhvr override="childStyle">
                                        <p:cTn id="8" dur="indefinite"/>
                                        <p:tgtEl>
                                          <p:spTgt spid="4">
                                            <p:txEl>
                                              <p:pRg st="0" end="0"/>
                                            </p:txEl>
                                          </p:spTgt>
                                        </p:tgtEl>
                                        <p:attrNameLst>
                                          <p:attrName>style.fontWeight</p:attrName>
                                        </p:attrNameLst>
                                      </p:cBhvr>
                                      <p:to>
                                        <p:strVal val="bold"/>
                                      </p:to>
                                    </p:set>
                                  </p:childTnLst>
                                </p:cTn>
                              </p:par>
                            </p:childTnLst>
                          </p:cTn>
                        </p:par>
                      </p:childTnLst>
                    </p:cTn>
                  </p:par>
                  <p:par>
                    <p:cTn id="9" fill="hold">
                      <p:stCondLst>
                        <p:cond delay="indefinite"/>
                      </p:stCondLst>
                      <p:childTnLst>
                        <p:par>
                          <p:cTn id="10" fill="hold">
                            <p:stCondLst>
                              <p:cond delay="0"/>
                            </p:stCondLst>
                            <p:childTnLst>
                              <p:par>
                                <p:cTn id="11" presetID="3" presetClass="emph" presetSubtype="2" fill="hold" nodeType="clickEffect">
                                  <p:stCondLst>
                                    <p:cond delay="0"/>
                                  </p:stCondLst>
                                  <p:iterate type="wd">
                                    <p:tmPct val="0"/>
                                  </p:iterate>
                                  <p:childTnLst>
                                    <p:animClr clrSpc="rgb" dir="cw">
                                      <p:cBhvr override="childStyle">
                                        <p:cTn id="12" dur="500" fill="hold"/>
                                        <p:tgtEl>
                                          <p:spTgt spid="4">
                                            <p:txEl>
                                              <p:pRg st="0" end="0"/>
                                            </p:txEl>
                                          </p:spTgt>
                                        </p:tgtEl>
                                        <p:attrNameLst>
                                          <p:attrName>style.color</p:attrName>
                                        </p:attrNameLst>
                                      </p:cBhvr>
                                      <p:to>
                                        <a:srgbClr val="A8A8A8"/>
                                      </p:to>
                                    </p:animClr>
                                  </p:childTnLst>
                                </p:cTn>
                              </p:par>
                              <p:par>
                                <p:cTn id="13" presetID="18" presetClass="emph" presetSubtype="0" fill="hold" nodeType="withEffect">
                                  <p:stCondLst>
                                    <p:cond delay="0"/>
                                  </p:stCondLst>
                                  <p:iterate type="wd">
                                    <p:tmPct val="4000"/>
                                  </p:iterate>
                                  <p:childTnLst>
                                    <p:set>
                                      <p:cBhvr override="childStyle">
                                        <p:cTn id="14" dur="500" fill="hold"/>
                                        <p:tgtEl>
                                          <p:spTgt spid="5">
                                            <p:txEl>
                                              <p:pRg st="0" end="0"/>
                                            </p:txEl>
                                          </p:spTgt>
                                        </p:tgtEl>
                                        <p:attrNameLst>
                                          <p:attrName>style.textDecorationUnderline</p:attrName>
                                        </p:attrNameLst>
                                      </p:cBhvr>
                                      <p:to>
                                        <p:strVal val="true"/>
                                      </p:to>
                                    </p:set>
                                  </p:childTnLst>
                                </p:cTn>
                              </p:par>
                              <p:par>
                                <p:cTn id="15" presetID="3" presetClass="emph" presetSubtype="2" fill="hold" nodeType="withEffect">
                                  <p:stCondLst>
                                    <p:cond delay="0"/>
                                  </p:stCondLst>
                                  <p:iterate type="wd">
                                    <p:tmPct val="0"/>
                                  </p:iterate>
                                  <p:childTnLst>
                                    <p:animClr clrSpc="rgb" dir="cw">
                                      <p:cBhvr override="childStyle">
                                        <p:cTn id="16" dur="500" fill="hold"/>
                                        <p:tgtEl>
                                          <p:spTgt spid="5">
                                            <p:txEl>
                                              <p:pRg st="0" end="0"/>
                                            </p:txEl>
                                          </p:spTgt>
                                        </p:tgtEl>
                                        <p:attrNameLst>
                                          <p:attrName>style.color</p:attrName>
                                        </p:attrNameLst>
                                      </p:cBhvr>
                                      <p:to>
                                        <a:schemeClr val="bg1"/>
                                      </p:to>
                                    </p:animClr>
                                  </p:childTnLst>
                                </p:cTn>
                              </p:par>
                              <p:par>
                                <p:cTn id="17" presetID="15" presetClass="emph" presetSubtype="0" nodeType="withEffect">
                                  <p:stCondLst>
                                    <p:cond delay="0"/>
                                  </p:stCondLst>
                                  <p:iterate type="wd">
                                    <p:tmAbs val="25"/>
                                  </p:iterate>
                                  <p:childTnLst>
                                    <p:set>
                                      <p:cBhvr override="childStyle">
                                        <p:cTn id="18" dur="indefinite"/>
                                        <p:tgtEl>
                                          <p:spTgt spid="5">
                                            <p:txEl>
                                              <p:pRg st="0" end="0"/>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B05CC-583A-8E7D-4FA4-F73B7DE128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8B8FF9-7F53-D1D0-8FA7-EB2273F1D59B}"/>
              </a:ext>
            </a:extLst>
          </p:cNvPr>
          <p:cNvSpPr>
            <a:spLocks noGrp="1"/>
          </p:cNvSpPr>
          <p:nvPr>
            <p:ph type="title"/>
          </p:nvPr>
        </p:nvSpPr>
        <p:spPr/>
        <p:txBody>
          <a:bodyPr>
            <a:normAutofit/>
          </a:bodyPr>
          <a:lstStyle/>
          <a:p>
            <a:pPr algn="ctr"/>
            <a:r>
              <a:rPr lang="en-GB" sz="2800">
                <a:solidFill>
                  <a:schemeClr val="bg1"/>
                </a:solidFill>
              </a:rPr>
              <a:t>Requirements</a:t>
            </a:r>
            <a:endParaRPr lang="en-US" sz="2800">
              <a:solidFill>
                <a:schemeClr val="bg1"/>
              </a:solidFill>
            </a:endParaRPr>
          </a:p>
        </p:txBody>
      </p:sp>
      <p:sp>
        <p:nvSpPr>
          <p:cNvPr id="3" name="Content Placeholder 2">
            <a:extLst>
              <a:ext uri="{FF2B5EF4-FFF2-40B4-BE49-F238E27FC236}">
                <a16:creationId xmlns:a16="http://schemas.microsoft.com/office/drawing/2014/main" id="{B72C6F24-E137-EC0F-3DA3-3EEDDDA8D253}"/>
              </a:ext>
            </a:extLst>
          </p:cNvPr>
          <p:cNvSpPr>
            <a:spLocks noGrp="1"/>
          </p:cNvSpPr>
          <p:nvPr>
            <p:ph idx="1"/>
          </p:nvPr>
        </p:nvSpPr>
        <p:spPr>
          <a:xfrm>
            <a:off x="-900024" y="1515012"/>
            <a:ext cx="8330241" cy="943903"/>
          </a:xfrm>
        </p:spPr>
        <p:txBody>
          <a:bodyPr vert="horz" lIns="91440" tIns="45720" rIns="91440" bIns="45720" rtlCol="0" anchor="t">
            <a:normAutofit/>
          </a:bodyPr>
          <a:lstStyle/>
          <a:p>
            <a:pPr marL="0" indent="0" algn="ctr">
              <a:buNone/>
            </a:pPr>
            <a:r>
              <a:rPr lang="en-GB" sz="3200" u="sng">
                <a:solidFill>
                  <a:schemeClr val="bg1"/>
                </a:solidFill>
              </a:rPr>
              <a:t>The Colour Scheme</a:t>
            </a:r>
            <a:endParaRPr lang="en-US" sz="3200" u="sng">
              <a:solidFill>
                <a:schemeClr val="bg1"/>
              </a:solidFill>
            </a:endParaRPr>
          </a:p>
        </p:txBody>
      </p:sp>
      <p:sp>
        <p:nvSpPr>
          <p:cNvPr id="6" name="TextBox 5">
            <a:extLst>
              <a:ext uri="{FF2B5EF4-FFF2-40B4-BE49-F238E27FC236}">
                <a16:creationId xmlns:a16="http://schemas.microsoft.com/office/drawing/2014/main" id="{3BC7C9AF-F094-0E59-260A-B35DE06486A4}"/>
              </a:ext>
            </a:extLst>
          </p:cNvPr>
          <p:cNvSpPr txBox="1"/>
          <p:nvPr/>
        </p:nvSpPr>
        <p:spPr>
          <a:xfrm>
            <a:off x="434197" y="2840575"/>
            <a:ext cx="5661803"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a:ln>
                  <a:noFill/>
                </a:ln>
                <a:solidFill>
                  <a:srgbClr val="FFFFFF"/>
                </a:solidFill>
                <a:effectLst/>
                <a:uLnTx/>
                <a:uFillTx/>
                <a:latin typeface="Aptos" panose="020B0004020202020204"/>
                <a:ea typeface="+mn-ea"/>
                <a:cs typeface="Segoe UI"/>
              </a:rPr>
              <a:t>Many oceanic pieces of equipment such as life jackets or buoys are coloured orange or a closely associated colour</a:t>
            </a:r>
          </a:p>
        </p:txBody>
      </p:sp>
      <p:pic>
        <p:nvPicPr>
          <p:cNvPr id="1026" name="Picture 2" descr="Exactly the same, but completely different: why we have so many ...">
            <a:extLst>
              <a:ext uri="{FF2B5EF4-FFF2-40B4-BE49-F238E27FC236}">
                <a16:creationId xmlns:a16="http://schemas.microsoft.com/office/drawing/2014/main" id="{0CE0A2ED-A16D-F09B-C3EE-0D4ABC055DA2}"/>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42357"/>
          <a:stretch/>
        </p:blipFill>
        <p:spPr bwMode="auto">
          <a:xfrm>
            <a:off x="7326558" y="1011148"/>
            <a:ext cx="4205042" cy="5481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4588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wd">
                                    <p:tmPct val="4000"/>
                                  </p:iterate>
                                  <p:childTnLst>
                                    <p:set>
                                      <p:cBhvr override="childStyle">
                                        <p:cTn id="6" dur="500" fill="hold"/>
                                        <p:tgtEl>
                                          <p:spTgt spid="6">
                                            <p:txEl>
                                              <p:pRg st="0" end="0"/>
                                            </p:txEl>
                                          </p:spTgt>
                                        </p:tgtEl>
                                        <p:attrNameLst>
                                          <p:attrName>style.textDecorationUnderline</p:attrName>
                                        </p:attrNameLst>
                                      </p:cBhvr>
                                      <p:to>
                                        <p:strVal val="true"/>
                                      </p:to>
                                    </p:set>
                                  </p:childTnLst>
                                </p:cTn>
                              </p:par>
                              <p:par>
                                <p:cTn id="7" presetID="15" presetClass="emph" presetSubtype="0" nodeType="withEffect">
                                  <p:stCondLst>
                                    <p:cond delay="0"/>
                                  </p:stCondLst>
                                  <p:iterate type="wd">
                                    <p:tmAbs val="25"/>
                                  </p:iterate>
                                  <p:childTnLst>
                                    <p:set>
                                      <p:cBhvr override="childStyle">
                                        <p:cTn id="8" dur="indefinite"/>
                                        <p:tgtEl>
                                          <p:spTgt spid="6">
                                            <p:txEl>
                                              <p:pRg st="0" end="0"/>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132FF-F507-B474-7F41-EB1E50CCE2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D08625-0E45-1EE4-1272-F648E2566982}"/>
              </a:ext>
            </a:extLst>
          </p:cNvPr>
          <p:cNvSpPr>
            <a:spLocks noGrp="1"/>
          </p:cNvSpPr>
          <p:nvPr>
            <p:ph type="title"/>
          </p:nvPr>
        </p:nvSpPr>
        <p:spPr/>
        <p:txBody>
          <a:bodyPr>
            <a:normAutofit/>
          </a:bodyPr>
          <a:lstStyle/>
          <a:p>
            <a:pPr algn="ctr"/>
            <a:r>
              <a:rPr lang="en-GB" sz="2800">
                <a:solidFill>
                  <a:schemeClr val="bg1"/>
                </a:solidFill>
              </a:rPr>
              <a:t>Requirements</a:t>
            </a:r>
            <a:endParaRPr lang="en-US" sz="2800">
              <a:solidFill>
                <a:schemeClr val="bg1"/>
              </a:solidFill>
            </a:endParaRPr>
          </a:p>
        </p:txBody>
      </p:sp>
      <p:sp>
        <p:nvSpPr>
          <p:cNvPr id="3" name="Content Placeholder 2">
            <a:extLst>
              <a:ext uri="{FF2B5EF4-FFF2-40B4-BE49-F238E27FC236}">
                <a16:creationId xmlns:a16="http://schemas.microsoft.com/office/drawing/2014/main" id="{C8901AE8-D9DF-3D2B-6FC8-E745F4468DAF}"/>
              </a:ext>
            </a:extLst>
          </p:cNvPr>
          <p:cNvSpPr>
            <a:spLocks noGrp="1"/>
          </p:cNvSpPr>
          <p:nvPr>
            <p:ph idx="1"/>
          </p:nvPr>
        </p:nvSpPr>
        <p:spPr>
          <a:xfrm>
            <a:off x="-900024" y="1515012"/>
            <a:ext cx="8330241" cy="943903"/>
          </a:xfrm>
        </p:spPr>
        <p:txBody>
          <a:bodyPr vert="horz" lIns="91440" tIns="45720" rIns="91440" bIns="45720" rtlCol="0" anchor="t">
            <a:normAutofit/>
          </a:bodyPr>
          <a:lstStyle/>
          <a:p>
            <a:pPr marL="0" indent="0" algn="ctr">
              <a:buNone/>
            </a:pPr>
            <a:r>
              <a:rPr lang="en-GB" sz="3200" u="sng">
                <a:solidFill>
                  <a:schemeClr val="bg1"/>
                </a:solidFill>
              </a:rPr>
              <a:t>The Colour Scheme</a:t>
            </a:r>
            <a:endParaRPr lang="en-US" sz="3200" u="sng">
              <a:solidFill>
                <a:schemeClr val="bg1"/>
              </a:solidFill>
            </a:endParaRPr>
          </a:p>
        </p:txBody>
      </p:sp>
      <p:sp>
        <p:nvSpPr>
          <p:cNvPr id="6" name="TextBox 5">
            <a:extLst>
              <a:ext uri="{FF2B5EF4-FFF2-40B4-BE49-F238E27FC236}">
                <a16:creationId xmlns:a16="http://schemas.microsoft.com/office/drawing/2014/main" id="{C39949B1-AAC6-A69E-453A-96F3218B47A3}"/>
              </a:ext>
            </a:extLst>
          </p:cNvPr>
          <p:cNvSpPr txBox="1"/>
          <p:nvPr/>
        </p:nvSpPr>
        <p:spPr>
          <a:xfrm>
            <a:off x="247930" y="2840575"/>
            <a:ext cx="5661803"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a:ln>
                  <a:noFill/>
                </a:ln>
                <a:solidFill>
                  <a:srgbClr val="FFFFFF"/>
                </a:solidFill>
                <a:effectLst/>
                <a:uLnTx/>
                <a:uFillTx/>
                <a:latin typeface="Aptos" panose="020B0004020202020204"/>
                <a:ea typeface="+mn-ea"/>
                <a:cs typeface="Segoe UI"/>
              </a:rPr>
              <a:t>The 2 colours are often paired with aquatic life in various media, such as Disney Pixar’s Finding Nemo.</a:t>
            </a:r>
          </a:p>
        </p:txBody>
      </p:sp>
      <p:pic>
        <p:nvPicPr>
          <p:cNvPr id="2050" name="Picture 2" descr="Finding Nemo Dory Marlin Hd | Wallpaper Gallery">
            <a:extLst>
              <a:ext uri="{FF2B5EF4-FFF2-40B4-BE49-F238E27FC236}">
                <a16:creationId xmlns:a16="http://schemas.microsoft.com/office/drawing/2014/main" id="{2EE28893-6ADA-D24B-9840-32C40D8DCB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06033" y="1515012"/>
            <a:ext cx="5651770" cy="43324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5027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iterate type="wd">
                                    <p:tmAbs val="25"/>
                                  </p:iterate>
                                  <p:childTnLst>
                                    <p:set>
                                      <p:cBhvr override="childStyle">
                                        <p:cTn id="6" dur="indefinite"/>
                                        <p:tgtEl>
                                          <p:spTgt spid="6">
                                            <p:txEl>
                                              <p:pRg st="0" end="0"/>
                                            </p:txEl>
                                          </p:spTgt>
                                        </p:tgtEl>
                                        <p:attrNameLst>
                                          <p:attrName>style.fontWeight</p:attrName>
                                        </p:attrNameLst>
                                      </p:cBhvr>
                                      <p:to>
                                        <p:strVal val="bold"/>
                                      </p:to>
                                    </p:set>
                                  </p:childTnLst>
                                </p:cTn>
                              </p:par>
                              <p:par>
                                <p:cTn id="7" presetID="18" presetClass="emph" presetSubtype="0" fill="hold" nodeType="withEffect">
                                  <p:stCondLst>
                                    <p:cond delay="0"/>
                                  </p:stCondLst>
                                  <p:iterate type="wd">
                                    <p:tmPct val="4000"/>
                                  </p:iterate>
                                  <p:childTnLst>
                                    <p:set>
                                      <p:cBhvr override="childStyle">
                                        <p:cTn id="8" dur="500" fill="hold"/>
                                        <p:tgtEl>
                                          <p:spTgt spid="6">
                                            <p:txEl>
                                              <p:pRg st="0" end="0"/>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D1555-1C72-5012-4883-D06C7DA276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F2F12B-228D-9A79-BC5E-13873C648761}"/>
              </a:ext>
            </a:extLst>
          </p:cNvPr>
          <p:cNvSpPr>
            <a:spLocks noGrp="1"/>
          </p:cNvSpPr>
          <p:nvPr>
            <p:ph type="title"/>
          </p:nvPr>
        </p:nvSpPr>
        <p:spPr/>
        <p:txBody>
          <a:bodyPr>
            <a:normAutofit/>
          </a:bodyPr>
          <a:lstStyle/>
          <a:p>
            <a:pPr algn="ctr"/>
            <a:r>
              <a:rPr lang="en-GB" sz="2800">
                <a:solidFill>
                  <a:schemeClr val="bg1"/>
                </a:solidFill>
              </a:rPr>
              <a:t>Requirements</a:t>
            </a:r>
            <a:endParaRPr lang="en-US" sz="2800">
              <a:solidFill>
                <a:schemeClr val="bg1"/>
              </a:solidFill>
            </a:endParaRPr>
          </a:p>
        </p:txBody>
      </p:sp>
      <p:sp>
        <p:nvSpPr>
          <p:cNvPr id="3" name="Content Placeholder 2">
            <a:extLst>
              <a:ext uri="{FF2B5EF4-FFF2-40B4-BE49-F238E27FC236}">
                <a16:creationId xmlns:a16="http://schemas.microsoft.com/office/drawing/2014/main" id="{C9FDB795-8BA7-ACFC-9CA0-41D074D9870C}"/>
              </a:ext>
            </a:extLst>
          </p:cNvPr>
          <p:cNvSpPr>
            <a:spLocks noGrp="1"/>
          </p:cNvSpPr>
          <p:nvPr>
            <p:ph idx="1"/>
          </p:nvPr>
        </p:nvSpPr>
        <p:spPr>
          <a:xfrm>
            <a:off x="1930879" y="1423059"/>
            <a:ext cx="8330241" cy="943903"/>
          </a:xfrm>
        </p:spPr>
        <p:txBody>
          <a:bodyPr vert="horz" lIns="91440" tIns="45720" rIns="91440" bIns="45720" rtlCol="0" anchor="t">
            <a:normAutofit/>
          </a:bodyPr>
          <a:lstStyle/>
          <a:p>
            <a:pPr marL="0" indent="0" algn="ctr">
              <a:buNone/>
            </a:pPr>
            <a:r>
              <a:rPr lang="en-GB" sz="3200" u="sng">
                <a:solidFill>
                  <a:schemeClr val="bg1"/>
                </a:solidFill>
              </a:rPr>
              <a:t>The Colour Scheme</a:t>
            </a:r>
            <a:endParaRPr lang="en-US" sz="3200" u="sng">
              <a:solidFill>
                <a:schemeClr val="bg1"/>
              </a:solidFill>
            </a:endParaRPr>
          </a:p>
        </p:txBody>
      </p:sp>
      <p:sp>
        <p:nvSpPr>
          <p:cNvPr id="4" name="TextBox 3">
            <a:extLst>
              <a:ext uri="{FF2B5EF4-FFF2-40B4-BE49-F238E27FC236}">
                <a16:creationId xmlns:a16="http://schemas.microsoft.com/office/drawing/2014/main" id="{D35AA87C-8E97-0BFA-2918-C87ED6BA0034}"/>
              </a:ext>
            </a:extLst>
          </p:cNvPr>
          <p:cNvSpPr txBox="1"/>
          <p:nvPr/>
        </p:nvSpPr>
        <p:spPr>
          <a:xfrm>
            <a:off x="434198" y="2748622"/>
            <a:ext cx="5841519" cy="12582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GB" sz="2800" b="0" i="0" u="none" strike="noStrike" kern="1200" cap="none" spc="0" normalizeH="0" baseline="0" noProof="0">
                <a:ln>
                  <a:noFill/>
                </a:ln>
                <a:solidFill>
                  <a:prstClr val="white"/>
                </a:solidFill>
                <a:effectLst/>
                <a:uLnTx/>
                <a:uFillTx/>
                <a:latin typeface="Aptos" panose="020B0004020202020204"/>
                <a:ea typeface="+mn-ea"/>
                <a:cs typeface="+mn-cs"/>
              </a:rPr>
              <a:t>We could also change the shade of navy blue to get darker the further down you scroll.</a:t>
            </a: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 name="TextBox 5">
            <a:extLst>
              <a:ext uri="{FF2B5EF4-FFF2-40B4-BE49-F238E27FC236}">
                <a16:creationId xmlns:a16="http://schemas.microsoft.com/office/drawing/2014/main" id="{38B7C9D7-8B9E-E319-2C24-B19F2C972B09}"/>
              </a:ext>
            </a:extLst>
          </p:cNvPr>
          <p:cNvSpPr txBox="1"/>
          <p:nvPr/>
        </p:nvSpPr>
        <p:spPr>
          <a:xfrm>
            <a:off x="6095999" y="2748622"/>
            <a:ext cx="5841519" cy="12582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GB" sz="2800" b="0" i="0" u="none" strike="noStrike" kern="1200" cap="none" spc="0" normalizeH="0" baseline="0" noProof="0">
                <a:ln>
                  <a:noFill/>
                </a:ln>
                <a:solidFill>
                  <a:prstClr val="white">
                    <a:lumMod val="75000"/>
                  </a:prstClr>
                </a:solidFill>
                <a:effectLst/>
                <a:uLnTx/>
                <a:uFillTx/>
                <a:latin typeface="Aptos" panose="020B0004020202020204"/>
                <a:ea typeface="+mn-ea"/>
                <a:cs typeface="+mn-cs"/>
              </a:rPr>
              <a:t>This would give the website a more lively and better sub nautical feeling atmosphere.</a:t>
            </a:r>
            <a:endParaRPr kumimoji="0" lang="en-US" sz="1800" b="0" i="0" u="none" strike="noStrike" kern="1200" cap="none" spc="0" normalizeH="0" baseline="0" noProof="0">
              <a:ln>
                <a:noFill/>
              </a:ln>
              <a:solidFill>
                <a:prstClr val="white">
                  <a:lumMod val="75000"/>
                </a:prstClr>
              </a:solidFill>
              <a:effectLst/>
              <a:uLnTx/>
              <a:uFillTx/>
              <a:latin typeface="Aptos" panose="020B0004020202020204"/>
              <a:ea typeface="+mn-ea"/>
              <a:cs typeface="+mn-cs"/>
            </a:endParaRPr>
          </a:p>
        </p:txBody>
      </p:sp>
      <p:sp>
        <p:nvSpPr>
          <p:cNvPr id="9" name="Rectangle 8">
            <a:extLst>
              <a:ext uri="{FF2B5EF4-FFF2-40B4-BE49-F238E27FC236}">
                <a16:creationId xmlns:a16="http://schemas.microsoft.com/office/drawing/2014/main" id="{C2FB8452-F514-D8F6-543A-A36D2B448CF9}"/>
              </a:ext>
            </a:extLst>
          </p:cNvPr>
          <p:cNvSpPr/>
          <p:nvPr/>
        </p:nvSpPr>
        <p:spPr>
          <a:xfrm>
            <a:off x="838200" y="4927600"/>
            <a:ext cx="3513667" cy="1565275"/>
          </a:xfrm>
          <a:prstGeom prst="rect">
            <a:avLst/>
          </a:prstGeom>
          <a:solidFill>
            <a:srgbClr val="0D408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0" name="Rectangle 9">
            <a:extLst>
              <a:ext uri="{FF2B5EF4-FFF2-40B4-BE49-F238E27FC236}">
                <a16:creationId xmlns:a16="http://schemas.microsoft.com/office/drawing/2014/main" id="{79269036-74E5-8199-6F16-3548E89AA52A}"/>
              </a:ext>
            </a:extLst>
          </p:cNvPr>
          <p:cNvSpPr/>
          <p:nvPr/>
        </p:nvSpPr>
        <p:spPr>
          <a:xfrm>
            <a:off x="8091734" y="4927599"/>
            <a:ext cx="3513667" cy="1565275"/>
          </a:xfrm>
          <a:prstGeom prst="rect">
            <a:avLst/>
          </a:prstGeom>
          <a:solidFill>
            <a:srgbClr val="08285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1" name="Rectangle 10">
            <a:extLst>
              <a:ext uri="{FF2B5EF4-FFF2-40B4-BE49-F238E27FC236}">
                <a16:creationId xmlns:a16="http://schemas.microsoft.com/office/drawing/2014/main" id="{016671AA-5E8B-B831-9A33-FEEDE7F7DE26}"/>
              </a:ext>
            </a:extLst>
          </p:cNvPr>
          <p:cNvSpPr/>
          <p:nvPr/>
        </p:nvSpPr>
        <p:spPr>
          <a:xfrm>
            <a:off x="4464967" y="4927599"/>
            <a:ext cx="3513667" cy="1565275"/>
          </a:xfrm>
          <a:prstGeom prst="rect">
            <a:avLst/>
          </a:prstGeom>
          <a:solidFill>
            <a:srgbClr val="0B357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Tree>
    <p:extLst>
      <p:ext uri="{BB962C8B-B14F-4D97-AF65-F5344CB8AC3E}">
        <p14:creationId xmlns:p14="http://schemas.microsoft.com/office/powerpoint/2010/main" val="4169746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grpId="0" nodeType="clickEffect">
                                  <p:stCondLst>
                                    <p:cond delay="0"/>
                                  </p:stCondLst>
                                  <p:endCondLst>
                                    <p:cond evt="onNext" delay="0">
                                      <p:tgtEl>
                                        <p:sldTgt/>
                                      </p:tgtEl>
                                    </p:cond>
                                  </p:endCondLst>
                                  <p:iterate type="wd">
                                    <p:tmAbs val="25"/>
                                  </p:iterate>
                                  <p:childTnLst>
                                    <p:set>
                                      <p:cBhvr override="childStyle">
                                        <p:cTn id="6" dur="indefinite"/>
                                        <p:tgtEl>
                                          <p:spTgt spid="4">
                                            <p:txEl>
                                              <p:pRg st="0" end="0"/>
                                            </p:txEl>
                                          </p:spTgt>
                                        </p:tgtEl>
                                        <p:attrNameLst>
                                          <p:attrName>style.fontWeight</p:attrName>
                                        </p:attrNameLst>
                                      </p:cBhvr>
                                      <p:to>
                                        <p:strVal val="bold"/>
                                      </p:to>
                                    </p:set>
                                  </p:childTnLst>
                                </p:cTn>
                              </p:par>
                              <p:par>
                                <p:cTn id="7" presetID="18" presetClass="emph" presetSubtype="0" fill="hold" grpId="1" nodeType="withEffect">
                                  <p:stCondLst>
                                    <p:cond delay="0"/>
                                  </p:stCondLst>
                                  <p:iterate type="wd">
                                    <p:tmPct val="4000"/>
                                  </p:iterate>
                                  <p:childTnLst>
                                    <p:set>
                                      <p:cBhvr override="childStyle">
                                        <p:cTn id="8" dur="500" fill="hold"/>
                                        <p:tgtEl>
                                          <p:spTgt spid="4">
                                            <p:txEl>
                                              <p:pRg st="0" end="0"/>
                                            </p:txEl>
                                          </p:spTgt>
                                        </p:tgtEl>
                                        <p:attrNameLst>
                                          <p:attrName>style.textDecorationUnderline</p:attrName>
                                        </p:attrNameLst>
                                      </p:cBhvr>
                                      <p:to>
                                        <p:strVal val="true"/>
                                      </p:to>
                                    </p:set>
                                  </p:childTnLst>
                                </p:cTn>
                              </p:par>
                            </p:childTnLst>
                          </p:cTn>
                        </p:par>
                      </p:childTnLst>
                    </p:cTn>
                  </p:par>
                  <p:par>
                    <p:cTn id="9" fill="hold">
                      <p:stCondLst>
                        <p:cond delay="indefinite"/>
                      </p:stCondLst>
                      <p:childTnLst>
                        <p:par>
                          <p:cTn id="10" fill="hold">
                            <p:stCondLst>
                              <p:cond delay="0"/>
                            </p:stCondLst>
                            <p:childTnLst>
                              <p:par>
                                <p:cTn id="11" presetID="3" presetClass="emph" presetSubtype="2" fill="hold" nodeType="clickEffect">
                                  <p:stCondLst>
                                    <p:cond delay="0"/>
                                  </p:stCondLst>
                                  <p:iterate type="wd">
                                    <p:tmPct val="0"/>
                                  </p:iterate>
                                  <p:childTnLst>
                                    <p:animClr clrSpc="rgb" dir="cw">
                                      <p:cBhvr override="childStyle">
                                        <p:cTn id="12" dur="500" fill="hold"/>
                                        <p:tgtEl>
                                          <p:spTgt spid="4">
                                            <p:txEl>
                                              <p:pRg st="0" end="0"/>
                                            </p:txEl>
                                          </p:spTgt>
                                        </p:tgtEl>
                                        <p:attrNameLst>
                                          <p:attrName>style.color</p:attrName>
                                        </p:attrNameLst>
                                      </p:cBhvr>
                                      <p:to>
                                        <a:srgbClr val="A8A8A8"/>
                                      </p:to>
                                    </p:animClr>
                                  </p:childTnLst>
                                </p:cTn>
                              </p:par>
                              <p:par>
                                <p:cTn id="13" presetID="3" presetClass="emph" presetSubtype="2" fill="hold" nodeType="withEffect">
                                  <p:stCondLst>
                                    <p:cond delay="0"/>
                                  </p:stCondLst>
                                  <p:iterate type="wd">
                                    <p:tmPct val="0"/>
                                  </p:iterate>
                                  <p:childTnLst>
                                    <p:animClr clrSpc="rgb" dir="cw">
                                      <p:cBhvr override="childStyle">
                                        <p:cTn id="14" dur="500" fill="hold"/>
                                        <p:tgtEl>
                                          <p:spTgt spid="6">
                                            <p:txEl>
                                              <p:pRg st="0" end="0"/>
                                            </p:txEl>
                                          </p:spTgt>
                                        </p:tgtEl>
                                        <p:attrNameLst>
                                          <p:attrName>style.color</p:attrName>
                                        </p:attrNameLst>
                                      </p:cBhvr>
                                      <p:to>
                                        <a:schemeClr val="bg1"/>
                                      </p:to>
                                    </p:animClr>
                                  </p:childTnLst>
                                </p:cTn>
                              </p:par>
                              <p:par>
                                <p:cTn id="15" presetID="18" presetClass="emph" presetSubtype="0" fill="hold" nodeType="withEffect">
                                  <p:stCondLst>
                                    <p:cond delay="0"/>
                                  </p:stCondLst>
                                  <p:iterate type="wd">
                                    <p:tmPct val="4000"/>
                                  </p:iterate>
                                  <p:childTnLst>
                                    <p:set>
                                      <p:cBhvr override="childStyle">
                                        <p:cTn id="16" dur="500" fill="hold"/>
                                        <p:tgtEl>
                                          <p:spTgt spid="6">
                                            <p:txEl>
                                              <p:pRg st="0" end="0"/>
                                            </p:txEl>
                                          </p:spTgt>
                                        </p:tgtEl>
                                        <p:attrNameLst>
                                          <p:attrName>style.textDecorationUnderline</p:attrName>
                                        </p:attrNameLst>
                                      </p:cBhvr>
                                      <p:to>
                                        <p:strVal val="true"/>
                                      </p:to>
                                    </p:set>
                                  </p:childTnLst>
                                </p:cTn>
                              </p:par>
                              <p:par>
                                <p:cTn id="17" presetID="15" presetClass="emph" presetSubtype="0" grpId="0" nodeType="withEffect">
                                  <p:stCondLst>
                                    <p:cond delay="0"/>
                                  </p:stCondLst>
                                  <p:iterate type="wd">
                                    <p:tmAbs val="25"/>
                                  </p:iterate>
                                  <p:childTnLst>
                                    <p:set>
                                      <p:cBhvr override="childStyle">
                                        <p:cTn id="18" dur="indefinite"/>
                                        <p:tgtEl>
                                          <p:spTgt spid="6">
                                            <p:txEl>
                                              <p:pRg st="0" end="0"/>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4" grpId="1" build="allAtOnce"/>
      <p:bldP spid="6" grpId="0" build="allAtOnce"/>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880EF-2FD9-135B-7DAF-D45A28E74D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6F5BD3-2566-B9FD-D3EF-F4AC16B83DAF}"/>
              </a:ext>
            </a:extLst>
          </p:cNvPr>
          <p:cNvSpPr>
            <a:spLocks noGrp="1"/>
          </p:cNvSpPr>
          <p:nvPr>
            <p:ph type="title"/>
          </p:nvPr>
        </p:nvSpPr>
        <p:spPr/>
        <p:txBody>
          <a:bodyPr>
            <a:normAutofit/>
          </a:bodyPr>
          <a:lstStyle/>
          <a:p>
            <a:pPr algn="ctr"/>
            <a:r>
              <a:rPr lang="en-GB" sz="2800">
                <a:solidFill>
                  <a:schemeClr val="bg1"/>
                </a:solidFill>
              </a:rPr>
              <a:t>Design Decisions</a:t>
            </a:r>
            <a:endParaRPr lang="en-US" sz="2800">
              <a:solidFill>
                <a:schemeClr val="bg1"/>
              </a:solidFill>
            </a:endParaRPr>
          </a:p>
        </p:txBody>
      </p:sp>
      <p:sp>
        <p:nvSpPr>
          <p:cNvPr id="3" name="Content Placeholder 2">
            <a:extLst>
              <a:ext uri="{FF2B5EF4-FFF2-40B4-BE49-F238E27FC236}">
                <a16:creationId xmlns:a16="http://schemas.microsoft.com/office/drawing/2014/main" id="{5E1817C9-9D1C-F4F9-1C98-44A3396E623B}"/>
              </a:ext>
            </a:extLst>
          </p:cNvPr>
          <p:cNvSpPr>
            <a:spLocks noGrp="1"/>
          </p:cNvSpPr>
          <p:nvPr>
            <p:ph idx="1"/>
          </p:nvPr>
        </p:nvSpPr>
        <p:spPr>
          <a:xfrm>
            <a:off x="-1083293" y="1423059"/>
            <a:ext cx="8330241" cy="943903"/>
          </a:xfrm>
        </p:spPr>
        <p:txBody>
          <a:bodyPr vert="horz" lIns="91440" tIns="45720" rIns="91440" bIns="45720" rtlCol="0" anchor="t">
            <a:normAutofit/>
          </a:bodyPr>
          <a:lstStyle/>
          <a:p>
            <a:pPr marL="0" indent="0" algn="ctr">
              <a:buNone/>
            </a:pPr>
            <a:r>
              <a:rPr lang="en-GB" u="sng">
                <a:solidFill>
                  <a:schemeClr val="bg1"/>
                </a:solidFill>
              </a:rPr>
              <a:t>Home Page</a:t>
            </a:r>
            <a:endParaRPr lang="en-US" sz="2000" u="sng">
              <a:solidFill>
                <a:schemeClr val="bg1"/>
              </a:solidFill>
            </a:endParaRPr>
          </a:p>
        </p:txBody>
      </p:sp>
      <p:sp>
        <p:nvSpPr>
          <p:cNvPr id="4" name="TextBox 3">
            <a:extLst>
              <a:ext uri="{FF2B5EF4-FFF2-40B4-BE49-F238E27FC236}">
                <a16:creationId xmlns:a16="http://schemas.microsoft.com/office/drawing/2014/main" id="{D90D1D8E-ACCE-9A9F-22EE-422B5584D8C5}"/>
              </a:ext>
            </a:extLst>
          </p:cNvPr>
          <p:cNvSpPr txBox="1"/>
          <p:nvPr/>
        </p:nvSpPr>
        <p:spPr>
          <a:xfrm>
            <a:off x="74764" y="2366962"/>
            <a:ext cx="6021236" cy="12582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GB" sz="2800" b="0" i="0" u="none" strike="noStrike" kern="1200" cap="none" spc="0" normalizeH="0" baseline="0" noProof="0">
                <a:ln>
                  <a:noFill/>
                </a:ln>
                <a:solidFill>
                  <a:prstClr val="white"/>
                </a:solidFill>
                <a:effectLst/>
                <a:uLnTx/>
                <a:uFillTx/>
                <a:latin typeface="Aptos" panose="020B0004020202020204"/>
                <a:ea typeface="+mn-ea"/>
                <a:cs typeface="+mn-cs"/>
              </a:rPr>
              <a:t>The page should provide a brief description of the company, including its business aims and goals. </a:t>
            </a:r>
            <a:endParaRPr kumimoji="0" lang="en-US" sz="2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6" name="TextBox 5">
            <a:extLst>
              <a:ext uri="{FF2B5EF4-FFF2-40B4-BE49-F238E27FC236}">
                <a16:creationId xmlns:a16="http://schemas.microsoft.com/office/drawing/2014/main" id="{8A64C535-B73A-6B82-1ACC-BDB026FDC938}"/>
              </a:ext>
            </a:extLst>
          </p:cNvPr>
          <p:cNvSpPr txBox="1"/>
          <p:nvPr/>
        </p:nvSpPr>
        <p:spPr>
          <a:xfrm>
            <a:off x="250925" y="4331218"/>
            <a:ext cx="5661803"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a:ln>
                  <a:noFill/>
                </a:ln>
                <a:solidFill>
                  <a:prstClr val="white">
                    <a:lumMod val="76000"/>
                  </a:prstClr>
                </a:solidFill>
                <a:effectLst/>
                <a:uLnTx/>
                <a:uFillTx/>
                <a:latin typeface="Aptos" panose="020B0004020202020204"/>
                <a:ea typeface="+mn-ea"/>
                <a:cs typeface="Segoe UI"/>
              </a:rPr>
              <a:t>As mentioned previously, there should be simple details of the activities to hook their interest and link to the activities page.</a:t>
            </a:r>
          </a:p>
        </p:txBody>
      </p:sp>
      <p:pic>
        <p:nvPicPr>
          <p:cNvPr id="9" name="Picture 8">
            <a:extLst>
              <a:ext uri="{FF2B5EF4-FFF2-40B4-BE49-F238E27FC236}">
                <a16:creationId xmlns:a16="http://schemas.microsoft.com/office/drawing/2014/main" id="{8A700418-6126-F656-C3A0-174A68D4BE28}"/>
              </a:ext>
            </a:extLst>
          </p:cNvPr>
          <p:cNvPicPr>
            <a:picLocks noChangeAspect="1"/>
          </p:cNvPicPr>
          <p:nvPr/>
        </p:nvPicPr>
        <p:blipFill>
          <a:blip r:embed="rId2"/>
          <a:stretch>
            <a:fillRect/>
          </a:stretch>
        </p:blipFill>
        <p:spPr>
          <a:xfrm>
            <a:off x="7767456" y="365125"/>
            <a:ext cx="4170065" cy="6207105"/>
          </a:xfrm>
          <a:prstGeom prst="rect">
            <a:avLst/>
          </a:prstGeom>
        </p:spPr>
      </p:pic>
    </p:spTree>
    <p:extLst>
      <p:ext uri="{BB962C8B-B14F-4D97-AF65-F5344CB8AC3E}">
        <p14:creationId xmlns:p14="http://schemas.microsoft.com/office/powerpoint/2010/main" val="3045105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nodeType="clickEffect">
                                  <p:stCondLst>
                                    <p:cond delay="0"/>
                                  </p:stCondLst>
                                  <p:endCondLst>
                                    <p:cond evt="onNext" delay="0">
                                      <p:tgtEl>
                                        <p:sldTgt/>
                                      </p:tgtEl>
                                    </p:cond>
                                  </p:endCondLst>
                                  <p:iterate type="wd">
                                    <p:tmPct val="4000"/>
                                  </p:iterate>
                                  <p:childTnLst>
                                    <p:set>
                                      <p:cBhvr override="childStyle">
                                        <p:cTn id="6" dur="500" fill="hold"/>
                                        <p:tgtEl>
                                          <p:spTgt spid="4">
                                            <p:txEl>
                                              <p:pRg st="0" end="0"/>
                                            </p:txEl>
                                          </p:spTgt>
                                        </p:tgtEl>
                                        <p:attrNameLst>
                                          <p:attrName>style.textDecorationUnderline</p:attrName>
                                        </p:attrNameLst>
                                      </p:cBhvr>
                                      <p:to>
                                        <p:strVal val="true"/>
                                      </p:to>
                                    </p:set>
                                  </p:childTnLst>
                                </p:cTn>
                              </p:par>
                              <p:par>
                                <p:cTn id="7" presetID="15" presetClass="emph" presetSubtype="0" nodeType="withEffect">
                                  <p:stCondLst>
                                    <p:cond delay="0"/>
                                  </p:stCondLst>
                                  <p:iterate type="wd">
                                    <p:tmAbs val="25"/>
                                  </p:iterate>
                                  <p:childTnLst>
                                    <p:set>
                                      <p:cBhvr override="childStyle">
                                        <p:cTn id="8" dur="indefinite"/>
                                        <p:tgtEl>
                                          <p:spTgt spid="4">
                                            <p:txEl>
                                              <p:pRg st="0" end="0"/>
                                            </p:txEl>
                                          </p:spTgt>
                                        </p:tgtEl>
                                        <p:attrNameLst>
                                          <p:attrName>style.fontWeight</p:attrName>
                                        </p:attrNameLst>
                                      </p:cBhvr>
                                      <p:to>
                                        <p:strVal val="bold"/>
                                      </p:to>
                                    </p:set>
                                  </p:childTnLst>
                                </p:cTn>
                              </p:par>
                            </p:childTnLst>
                          </p:cTn>
                        </p:par>
                      </p:childTnLst>
                    </p:cTn>
                  </p:par>
                  <p:par>
                    <p:cTn id="9" fill="hold">
                      <p:stCondLst>
                        <p:cond delay="indefinite"/>
                      </p:stCondLst>
                      <p:childTnLst>
                        <p:par>
                          <p:cTn id="10" fill="hold">
                            <p:stCondLst>
                              <p:cond delay="0"/>
                            </p:stCondLst>
                            <p:childTnLst>
                              <p:par>
                                <p:cTn id="11" presetID="3" presetClass="emph" presetSubtype="2" fill="hold" nodeType="clickEffect">
                                  <p:stCondLst>
                                    <p:cond delay="0"/>
                                  </p:stCondLst>
                                  <p:iterate type="wd">
                                    <p:tmPct val="0"/>
                                  </p:iterate>
                                  <p:childTnLst>
                                    <p:animClr clrSpc="rgb" dir="cw">
                                      <p:cBhvr override="childStyle">
                                        <p:cTn id="12" dur="500" fill="hold"/>
                                        <p:tgtEl>
                                          <p:spTgt spid="4">
                                            <p:txEl>
                                              <p:pRg st="0" end="0"/>
                                            </p:txEl>
                                          </p:spTgt>
                                        </p:tgtEl>
                                        <p:attrNameLst>
                                          <p:attrName>style.color</p:attrName>
                                        </p:attrNameLst>
                                      </p:cBhvr>
                                      <p:to>
                                        <a:srgbClr val="A8A8A8"/>
                                      </p:to>
                                    </p:animClr>
                                  </p:childTnLst>
                                </p:cTn>
                              </p:par>
                              <p:par>
                                <p:cTn id="13" presetID="3" presetClass="emph" presetSubtype="2" fill="hold" nodeType="withEffect">
                                  <p:stCondLst>
                                    <p:cond delay="0"/>
                                  </p:stCondLst>
                                  <p:iterate type="wd">
                                    <p:tmPct val="0"/>
                                  </p:iterate>
                                  <p:childTnLst>
                                    <p:animClr clrSpc="rgb" dir="cw">
                                      <p:cBhvr override="childStyle">
                                        <p:cTn id="14" dur="500" fill="hold"/>
                                        <p:tgtEl>
                                          <p:spTgt spid="6">
                                            <p:txEl>
                                              <p:pRg st="0" end="0"/>
                                            </p:txEl>
                                          </p:spTgt>
                                        </p:tgtEl>
                                        <p:attrNameLst>
                                          <p:attrName>style.color</p:attrName>
                                        </p:attrNameLst>
                                      </p:cBhvr>
                                      <p:to>
                                        <a:schemeClr val="bg1"/>
                                      </p:to>
                                    </p:animClr>
                                  </p:childTnLst>
                                </p:cTn>
                              </p:par>
                              <p:par>
                                <p:cTn id="15" presetID="15" presetClass="emph" presetSubtype="0" nodeType="withEffect">
                                  <p:stCondLst>
                                    <p:cond delay="0"/>
                                  </p:stCondLst>
                                  <p:iterate type="wd">
                                    <p:tmAbs val="25"/>
                                  </p:iterate>
                                  <p:childTnLst>
                                    <p:set>
                                      <p:cBhvr override="childStyle">
                                        <p:cTn id="16" dur="indefinite"/>
                                        <p:tgtEl>
                                          <p:spTgt spid="6">
                                            <p:txEl>
                                              <p:pRg st="0" end="0"/>
                                            </p:txEl>
                                          </p:spTgt>
                                        </p:tgtEl>
                                        <p:attrNameLst>
                                          <p:attrName>style.fontWeight</p:attrName>
                                        </p:attrNameLst>
                                      </p:cBhvr>
                                      <p:to>
                                        <p:strVal val="bold"/>
                                      </p:to>
                                    </p:set>
                                  </p:childTnLst>
                                </p:cTn>
                              </p:par>
                              <p:par>
                                <p:cTn id="17" presetID="18" presetClass="emph" presetSubtype="0" fill="hold" nodeType="withEffect">
                                  <p:stCondLst>
                                    <p:cond delay="0"/>
                                  </p:stCondLst>
                                  <p:iterate type="wd">
                                    <p:tmPct val="4000"/>
                                  </p:iterate>
                                  <p:childTnLst>
                                    <p:set>
                                      <p:cBhvr override="childStyle">
                                        <p:cTn id="18" dur="500" fill="hold"/>
                                        <p:tgtEl>
                                          <p:spTgt spid="6">
                                            <p:txEl>
                                              <p:pRg st="0" end="0"/>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82461-D0E2-079F-399C-2004757119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407C4F-9104-235C-8892-6FA12AB30FC3}"/>
              </a:ext>
            </a:extLst>
          </p:cNvPr>
          <p:cNvSpPr>
            <a:spLocks noGrp="1"/>
          </p:cNvSpPr>
          <p:nvPr>
            <p:ph type="title"/>
          </p:nvPr>
        </p:nvSpPr>
        <p:spPr/>
        <p:txBody>
          <a:bodyPr>
            <a:normAutofit/>
          </a:bodyPr>
          <a:lstStyle/>
          <a:p>
            <a:pPr algn="ctr"/>
            <a:r>
              <a:rPr lang="en-GB" sz="2800">
                <a:solidFill>
                  <a:schemeClr val="bg1"/>
                </a:solidFill>
              </a:rPr>
              <a:t>Design Decisions</a:t>
            </a:r>
            <a:endParaRPr lang="en-US" sz="2800">
              <a:solidFill>
                <a:schemeClr val="bg1"/>
              </a:solidFill>
            </a:endParaRPr>
          </a:p>
        </p:txBody>
      </p:sp>
      <p:sp>
        <p:nvSpPr>
          <p:cNvPr id="5" name="TextBox 4">
            <a:extLst>
              <a:ext uri="{FF2B5EF4-FFF2-40B4-BE49-F238E27FC236}">
                <a16:creationId xmlns:a16="http://schemas.microsoft.com/office/drawing/2014/main" id="{86647201-D61A-5A55-CE01-C09B8D53AEF1}"/>
              </a:ext>
            </a:extLst>
          </p:cNvPr>
          <p:cNvSpPr txBox="1"/>
          <p:nvPr/>
        </p:nvSpPr>
        <p:spPr>
          <a:xfrm>
            <a:off x="224342" y="4624863"/>
            <a:ext cx="6021236" cy="18680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GB" sz="3200" b="1" i="0" u="sng" strike="noStrike" kern="1200" cap="none" spc="0" normalizeH="0" baseline="0" noProof="0">
                <a:ln>
                  <a:noFill/>
                </a:ln>
                <a:solidFill>
                  <a:prstClr val="white"/>
                </a:solidFill>
                <a:effectLst/>
                <a:uLnTx/>
                <a:uFillTx/>
                <a:latin typeface="Aptos" panose="020B0004020202020204"/>
                <a:ea typeface="+mn-ea"/>
                <a:cs typeface="+mn-cs"/>
              </a:rPr>
              <a:t>As mentioned previously, there should be simple details of the activities to hook their interest and link to the activities page.</a:t>
            </a:r>
            <a:endParaRPr kumimoji="0" lang="en-US" sz="3200" b="1" i="0" u="sng"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7" name="TextBox 6">
            <a:extLst>
              <a:ext uri="{FF2B5EF4-FFF2-40B4-BE49-F238E27FC236}">
                <a16:creationId xmlns:a16="http://schemas.microsoft.com/office/drawing/2014/main" id="{E8711987-0B80-D89D-CC17-F7D577342285}"/>
              </a:ext>
            </a:extLst>
          </p:cNvPr>
          <p:cNvSpPr txBox="1"/>
          <p:nvPr/>
        </p:nvSpPr>
        <p:spPr>
          <a:xfrm>
            <a:off x="224342" y="2211924"/>
            <a:ext cx="5661803"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a:ln>
                  <a:noFill/>
                </a:ln>
                <a:solidFill>
                  <a:prstClr val="white">
                    <a:lumMod val="76000"/>
                  </a:prstClr>
                </a:solidFill>
                <a:effectLst/>
                <a:uLnTx/>
                <a:uFillTx/>
                <a:latin typeface="Aptos" panose="020B0004020202020204"/>
                <a:ea typeface="+mn-ea"/>
                <a:cs typeface="Segoe UI"/>
              </a:rPr>
              <a:t>The page should provide a brief description of the company, including its business aims and goals. </a:t>
            </a:r>
          </a:p>
        </p:txBody>
      </p:sp>
      <p:sp>
        <p:nvSpPr>
          <p:cNvPr id="14" name="Content Placeholder 2">
            <a:extLst>
              <a:ext uri="{FF2B5EF4-FFF2-40B4-BE49-F238E27FC236}">
                <a16:creationId xmlns:a16="http://schemas.microsoft.com/office/drawing/2014/main" id="{FB773109-57ED-C952-BAD0-A579D45F2ACB}"/>
              </a:ext>
            </a:extLst>
          </p:cNvPr>
          <p:cNvSpPr>
            <a:spLocks noGrp="1"/>
          </p:cNvSpPr>
          <p:nvPr>
            <p:ph idx="1"/>
          </p:nvPr>
        </p:nvSpPr>
        <p:spPr>
          <a:xfrm>
            <a:off x="-1083293" y="1423059"/>
            <a:ext cx="8330241" cy="943903"/>
          </a:xfrm>
        </p:spPr>
        <p:txBody>
          <a:bodyPr vert="horz" lIns="91440" tIns="45720" rIns="91440" bIns="45720" rtlCol="0" anchor="t">
            <a:normAutofit/>
          </a:bodyPr>
          <a:lstStyle/>
          <a:p>
            <a:pPr marL="0" indent="0" algn="ctr">
              <a:buNone/>
            </a:pPr>
            <a:r>
              <a:rPr lang="en-GB" sz="3600" u="sng">
                <a:solidFill>
                  <a:schemeClr val="bg1"/>
                </a:solidFill>
              </a:rPr>
              <a:t>Home Page</a:t>
            </a:r>
            <a:endParaRPr lang="en-US" u="sng">
              <a:solidFill>
                <a:schemeClr val="bg1"/>
              </a:solidFill>
            </a:endParaRPr>
          </a:p>
        </p:txBody>
      </p:sp>
      <p:pic>
        <p:nvPicPr>
          <p:cNvPr id="16" name="Picture 15">
            <a:extLst>
              <a:ext uri="{FF2B5EF4-FFF2-40B4-BE49-F238E27FC236}">
                <a16:creationId xmlns:a16="http://schemas.microsoft.com/office/drawing/2014/main" id="{2440C62B-8518-4BB5-8CA2-C0316B322DE5}"/>
              </a:ext>
            </a:extLst>
          </p:cNvPr>
          <p:cNvPicPr>
            <a:picLocks noChangeAspect="1"/>
          </p:cNvPicPr>
          <p:nvPr/>
        </p:nvPicPr>
        <p:blipFill>
          <a:blip r:embed="rId2"/>
          <a:stretch>
            <a:fillRect/>
          </a:stretch>
        </p:blipFill>
        <p:spPr>
          <a:xfrm>
            <a:off x="7767456" y="365125"/>
            <a:ext cx="4170065" cy="6207105"/>
          </a:xfrm>
          <a:prstGeom prst="rect">
            <a:avLst/>
          </a:prstGeom>
        </p:spPr>
      </p:pic>
    </p:spTree>
    <p:extLst>
      <p:ext uri="{BB962C8B-B14F-4D97-AF65-F5344CB8AC3E}">
        <p14:creationId xmlns:p14="http://schemas.microsoft.com/office/powerpoint/2010/main" val="5759774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7B744-C6C9-55FF-B4DC-CF3C96B0FA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D82ECE-7BCA-487B-59F0-9CA9CFEF54E1}"/>
              </a:ext>
            </a:extLst>
          </p:cNvPr>
          <p:cNvSpPr>
            <a:spLocks noGrp="1"/>
          </p:cNvSpPr>
          <p:nvPr>
            <p:ph type="title"/>
          </p:nvPr>
        </p:nvSpPr>
        <p:spPr/>
        <p:txBody>
          <a:bodyPr>
            <a:normAutofit/>
          </a:bodyPr>
          <a:lstStyle/>
          <a:p>
            <a:pPr algn="ctr"/>
            <a:r>
              <a:rPr lang="en-GB" sz="2800">
                <a:solidFill>
                  <a:schemeClr val="bg1"/>
                </a:solidFill>
              </a:rPr>
              <a:t>Design Decisions</a:t>
            </a:r>
            <a:endParaRPr lang="en-US" sz="2800">
              <a:solidFill>
                <a:schemeClr val="bg1"/>
              </a:solidFill>
            </a:endParaRPr>
          </a:p>
        </p:txBody>
      </p:sp>
      <p:sp>
        <p:nvSpPr>
          <p:cNvPr id="3" name="Content Placeholder 2">
            <a:extLst>
              <a:ext uri="{FF2B5EF4-FFF2-40B4-BE49-F238E27FC236}">
                <a16:creationId xmlns:a16="http://schemas.microsoft.com/office/drawing/2014/main" id="{8053CF08-47F6-466E-3B5B-2C89843BDD42}"/>
              </a:ext>
            </a:extLst>
          </p:cNvPr>
          <p:cNvSpPr>
            <a:spLocks noGrp="1"/>
          </p:cNvSpPr>
          <p:nvPr>
            <p:ph idx="1"/>
          </p:nvPr>
        </p:nvSpPr>
        <p:spPr>
          <a:xfrm>
            <a:off x="-1083293" y="1423059"/>
            <a:ext cx="8330241" cy="943903"/>
          </a:xfrm>
        </p:spPr>
        <p:txBody>
          <a:bodyPr vert="horz" lIns="91440" tIns="45720" rIns="91440" bIns="45720" rtlCol="0" anchor="t">
            <a:normAutofit/>
          </a:bodyPr>
          <a:lstStyle/>
          <a:p>
            <a:pPr marL="0" indent="0" algn="ctr">
              <a:buNone/>
            </a:pPr>
            <a:r>
              <a:rPr lang="en-GB" sz="3600" u="sng">
                <a:solidFill>
                  <a:schemeClr val="bg1"/>
                </a:solidFill>
              </a:rPr>
              <a:t>Activities Page</a:t>
            </a:r>
            <a:endParaRPr lang="en-US" u="sng">
              <a:solidFill>
                <a:schemeClr val="bg1"/>
              </a:solidFill>
            </a:endParaRPr>
          </a:p>
        </p:txBody>
      </p:sp>
      <p:sp>
        <p:nvSpPr>
          <p:cNvPr id="4" name="TextBox 3">
            <a:extLst>
              <a:ext uri="{FF2B5EF4-FFF2-40B4-BE49-F238E27FC236}">
                <a16:creationId xmlns:a16="http://schemas.microsoft.com/office/drawing/2014/main" id="{26E33D78-7D74-8888-142F-6C3E29E32D58}"/>
              </a:ext>
            </a:extLst>
          </p:cNvPr>
          <p:cNvSpPr txBox="1"/>
          <p:nvPr/>
        </p:nvSpPr>
        <p:spPr>
          <a:xfrm>
            <a:off x="74763" y="2366962"/>
            <a:ext cx="6021236" cy="14248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GB" sz="3200" b="1" i="0" u="sng" strike="noStrike" kern="1200" cap="none" spc="0" normalizeH="0" baseline="0" noProof="0">
                <a:ln>
                  <a:noFill/>
                </a:ln>
                <a:solidFill>
                  <a:prstClr val="white"/>
                </a:solidFill>
                <a:effectLst/>
                <a:uLnTx/>
                <a:uFillTx/>
                <a:latin typeface="Aptos" panose="020B0004020202020204"/>
                <a:ea typeface="+mn-ea"/>
                <a:cs typeface="+mn-cs"/>
              </a:rPr>
              <a:t>The Page will have images of the activities on the left side (with alt text).</a:t>
            </a:r>
            <a:endParaRPr kumimoji="0" lang="en-US" sz="3200" b="1" i="0" u="sng"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6" name="TextBox 5">
            <a:extLst>
              <a:ext uri="{FF2B5EF4-FFF2-40B4-BE49-F238E27FC236}">
                <a16:creationId xmlns:a16="http://schemas.microsoft.com/office/drawing/2014/main" id="{28C3071A-0DBB-729E-019E-7942EE07B0B4}"/>
              </a:ext>
            </a:extLst>
          </p:cNvPr>
          <p:cNvSpPr txBox="1"/>
          <p:nvPr/>
        </p:nvSpPr>
        <p:spPr>
          <a:xfrm>
            <a:off x="254479" y="4604496"/>
            <a:ext cx="5661803"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a:ln>
                  <a:noFill/>
                </a:ln>
                <a:solidFill>
                  <a:prstClr val="white">
                    <a:lumMod val="76000"/>
                  </a:prstClr>
                </a:solidFill>
                <a:effectLst/>
                <a:uLnTx/>
                <a:uFillTx/>
                <a:latin typeface="Aptos" panose="020B0004020202020204"/>
                <a:ea typeface="+mn-ea"/>
                <a:cs typeface="Segoe UI"/>
              </a:rPr>
              <a:t>The right side will have the descriptions and information on that activity.</a:t>
            </a:r>
          </a:p>
        </p:txBody>
      </p:sp>
      <p:pic>
        <p:nvPicPr>
          <p:cNvPr id="8" name="Picture 7">
            <a:extLst>
              <a:ext uri="{FF2B5EF4-FFF2-40B4-BE49-F238E27FC236}">
                <a16:creationId xmlns:a16="http://schemas.microsoft.com/office/drawing/2014/main" id="{2D0A0DCA-8C7C-4CE9-0141-D147731481B7}"/>
              </a:ext>
            </a:extLst>
          </p:cNvPr>
          <p:cNvPicPr>
            <a:picLocks noChangeAspect="1"/>
          </p:cNvPicPr>
          <p:nvPr/>
        </p:nvPicPr>
        <p:blipFill>
          <a:blip r:embed="rId2"/>
          <a:srcRect t="1592"/>
          <a:stretch/>
        </p:blipFill>
        <p:spPr>
          <a:xfrm>
            <a:off x="7736173" y="365125"/>
            <a:ext cx="4223213" cy="6154699"/>
          </a:xfrm>
          <a:prstGeom prst="rect">
            <a:avLst/>
          </a:prstGeom>
        </p:spPr>
      </p:pic>
    </p:spTree>
    <p:extLst>
      <p:ext uri="{BB962C8B-B14F-4D97-AF65-F5344CB8AC3E}">
        <p14:creationId xmlns:p14="http://schemas.microsoft.com/office/powerpoint/2010/main" val="4729529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2C52B-D4CB-E4F5-239D-27D6BAC5F4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5C31D9-0F50-D576-9067-672E818BEB6A}"/>
              </a:ext>
            </a:extLst>
          </p:cNvPr>
          <p:cNvSpPr>
            <a:spLocks noGrp="1"/>
          </p:cNvSpPr>
          <p:nvPr>
            <p:ph type="title"/>
          </p:nvPr>
        </p:nvSpPr>
        <p:spPr/>
        <p:txBody>
          <a:bodyPr>
            <a:normAutofit/>
          </a:bodyPr>
          <a:lstStyle/>
          <a:p>
            <a:pPr algn="ctr"/>
            <a:r>
              <a:rPr lang="en-GB" sz="2800">
                <a:solidFill>
                  <a:schemeClr val="bg1"/>
                </a:solidFill>
              </a:rPr>
              <a:t>Design Decisions</a:t>
            </a:r>
            <a:endParaRPr lang="en-US" sz="2800">
              <a:solidFill>
                <a:schemeClr val="bg1"/>
              </a:solidFill>
            </a:endParaRPr>
          </a:p>
        </p:txBody>
      </p:sp>
      <p:sp>
        <p:nvSpPr>
          <p:cNvPr id="3" name="Content Placeholder 2">
            <a:extLst>
              <a:ext uri="{FF2B5EF4-FFF2-40B4-BE49-F238E27FC236}">
                <a16:creationId xmlns:a16="http://schemas.microsoft.com/office/drawing/2014/main" id="{30AEE730-6A32-5170-08E5-F9B85F3E7A2E}"/>
              </a:ext>
            </a:extLst>
          </p:cNvPr>
          <p:cNvSpPr>
            <a:spLocks noGrp="1"/>
          </p:cNvSpPr>
          <p:nvPr>
            <p:ph idx="1"/>
          </p:nvPr>
        </p:nvSpPr>
        <p:spPr>
          <a:xfrm>
            <a:off x="-1083293" y="1423059"/>
            <a:ext cx="8330241" cy="943903"/>
          </a:xfrm>
        </p:spPr>
        <p:txBody>
          <a:bodyPr vert="horz" lIns="91440" tIns="45720" rIns="91440" bIns="45720" rtlCol="0" anchor="t">
            <a:normAutofit/>
          </a:bodyPr>
          <a:lstStyle/>
          <a:p>
            <a:pPr marL="0" indent="0" algn="ctr">
              <a:buNone/>
            </a:pPr>
            <a:r>
              <a:rPr lang="en-GB" sz="3600" u="sng">
                <a:solidFill>
                  <a:schemeClr val="bg1"/>
                </a:solidFill>
              </a:rPr>
              <a:t>Activities Page</a:t>
            </a:r>
            <a:endParaRPr lang="en-US" u="sng">
              <a:solidFill>
                <a:schemeClr val="bg1"/>
              </a:solidFill>
            </a:endParaRPr>
          </a:p>
        </p:txBody>
      </p:sp>
      <p:sp>
        <p:nvSpPr>
          <p:cNvPr id="4" name="TextBox 3">
            <a:extLst>
              <a:ext uri="{FF2B5EF4-FFF2-40B4-BE49-F238E27FC236}">
                <a16:creationId xmlns:a16="http://schemas.microsoft.com/office/drawing/2014/main" id="{9F19872C-9BB0-52C1-2F12-0D37F14264D7}"/>
              </a:ext>
            </a:extLst>
          </p:cNvPr>
          <p:cNvSpPr txBox="1"/>
          <p:nvPr/>
        </p:nvSpPr>
        <p:spPr>
          <a:xfrm>
            <a:off x="74764" y="4634658"/>
            <a:ext cx="6021236" cy="14248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GB" sz="3200" b="1" i="0" u="sng" strike="noStrike" kern="1200" cap="none" spc="0" normalizeH="0" baseline="0" noProof="0">
                <a:ln>
                  <a:noFill/>
                </a:ln>
                <a:solidFill>
                  <a:prstClr val="white"/>
                </a:solidFill>
                <a:effectLst/>
                <a:uLnTx/>
                <a:uFillTx/>
                <a:latin typeface="Aptos" panose="020B0004020202020204"/>
                <a:ea typeface="+mn-ea"/>
                <a:cs typeface="+mn-cs"/>
              </a:rPr>
              <a:t>The right side will have the descriptions and information on that activity.</a:t>
            </a:r>
          </a:p>
        </p:txBody>
      </p:sp>
      <p:sp>
        <p:nvSpPr>
          <p:cNvPr id="9" name="TextBox 8">
            <a:extLst>
              <a:ext uri="{FF2B5EF4-FFF2-40B4-BE49-F238E27FC236}">
                <a16:creationId xmlns:a16="http://schemas.microsoft.com/office/drawing/2014/main" id="{3CA6561F-ADDE-E347-2D03-41AF4B5B0A29}"/>
              </a:ext>
            </a:extLst>
          </p:cNvPr>
          <p:cNvSpPr txBox="1"/>
          <p:nvPr/>
        </p:nvSpPr>
        <p:spPr>
          <a:xfrm>
            <a:off x="74763" y="2366962"/>
            <a:ext cx="6021236" cy="12582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GB" sz="2800" b="0" i="0" u="none" strike="noStrike" kern="1200" cap="none" spc="0" normalizeH="0" baseline="0" noProof="0">
                <a:ln>
                  <a:noFill/>
                </a:ln>
                <a:solidFill>
                  <a:prstClr val="white">
                    <a:lumMod val="75000"/>
                  </a:prstClr>
                </a:solidFill>
                <a:effectLst/>
                <a:uLnTx/>
                <a:uFillTx/>
                <a:latin typeface="Aptos" panose="020B0004020202020204"/>
                <a:ea typeface="+mn-ea"/>
                <a:cs typeface="+mn-cs"/>
              </a:rPr>
              <a:t>The Page will have images of the activities on the left side (with alt text).</a:t>
            </a:r>
            <a:endParaRPr kumimoji="0" lang="en-US" sz="2800" b="0" i="0" u="none" strike="noStrike" kern="1200" cap="none" spc="0" normalizeH="0" baseline="0" noProof="0">
              <a:ln>
                <a:noFill/>
              </a:ln>
              <a:solidFill>
                <a:prstClr val="white">
                  <a:lumMod val="75000"/>
                </a:prstClr>
              </a:solidFill>
              <a:effectLst/>
              <a:uLnTx/>
              <a:uFillTx/>
              <a:latin typeface="Aptos" panose="020B0004020202020204"/>
              <a:ea typeface="+mn-ea"/>
              <a:cs typeface="+mn-cs"/>
            </a:endParaRPr>
          </a:p>
        </p:txBody>
      </p:sp>
      <p:pic>
        <p:nvPicPr>
          <p:cNvPr id="11" name="Picture 10">
            <a:extLst>
              <a:ext uri="{FF2B5EF4-FFF2-40B4-BE49-F238E27FC236}">
                <a16:creationId xmlns:a16="http://schemas.microsoft.com/office/drawing/2014/main" id="{E59E5E24-14F8-3A14-E4C4-7AF4DE1132D7}"/>
              </a:ext>
            </a:extLst>
          </p:cNvPr>
          <p:cNvPicPr>
            <a:picLocks noChangeAspect="1"/>
          </p:cNvPicPr>
          <p:nvPr/>
        </p:nvPicPr>
        <p:blipFill>
          <a:blip r:embed="rId2"/>
          <a:srcRect t="1592"/>
          <a:stretch/>
        </p:blipFill>
        <p:spPr>
          <a:xfrm>
            <a:off x="7736173" y="365125"/>
            <a:ext cx="4223213" cy="6154699"/>
          </a:xfrm>
          <a:prstGeom prst="rect">
            <a:avLst/>
          </a:prstGeom>
        </p:spPr>
      </p:pic>
    </p:spTree>
    <p:extLst>
      <p:ext uri="{BB962C8B-B14F-4D97-AF65-F5344CB8AC3E}">
        <p14:creationId xmlns:p14="http://schemas.microsoft.com/office/powerpoint/2010/main" val="10470815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3D1EA-5A90-5179-1AF9-BFF22A3AC7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CEC34A-8605-4A32-3D2A-8A35FA66F172}"/>
              </a:ext>
            </a:extLst>
          </p:cNvPr>
          <p:cNvSpPr>
            <a:spLocks noGrp="1"/>
          </p:cNvSpPr>
          <p:nvPr>
            <p:ph type="title"/>
          </p:nvPr>
        </p:nvSpPr>
        <p:spPr/>
        <p:txBody>
          <a:bodyPr>
            <a:normAutofit/>
          </a:bodyPr>
          <a:lstStyle/>
          <a:p>
            <a:pPr algn="ctr"/>
            <a:r>
              <a:rPr lang="en-GB" sz="2800">
                <a:solidFill>
                  <a:schemeClr val="bg1"/>
                </a:solidFill>
              </a:rPr>
              <a:t>Design Decisions</a:t>
            </a:r>
            <a:endParaRPr lang="en-US" sz="2800">
              <a:solidFill>
                <a:schemeClr val="bg1"/>
              </a:solidFill>
            </a:endParaRPr>
          </a:p>
        </p:txBody>
      </p:sp>
      <p:sp>
        <p:nvSpPr>
          <p:cNvPr id="3" name="Content Placeholder 2">
            <a:extLst>
              <a:ext uri="{FF2B5EF4-FFF2-40B4-BE49-F238E27FC236}">
                <a16:creationId xmlns:a16="http://schemas.microsoft.com/office/drawing/2014/main" id="{8346DF8E-8722-9FC0-F572-F6E925C68A07}"/>
              </a:ext>
            </a:extLst>
          </p:cNvPr>
          <p:cNvSpPr>
            <a:spLocks noGrp="1"/>
          </p:cNvSpPr>
          <p:nvPr>
            <p:ph idx="1"/>
          </p:nvPr>
        </p:nvSpPr>
        <p:spPr>
          <a:xfrm>
            <a:off x="-1083293" y="1423059"/>
            <a:ext cx="8330241" cy="943903"/>
          </a:xfrm>
        </p:spPr>
        <p:txBody>
          <a:bodyPr vert="horz" lIns="91440" tIns="45720" rIns="91440" bIns="45720" rtlCol="0" anchor="t">
            <a:normAutofit/>
          </a:bodyPr>
          <a:lstStyle/>
          <a:p>
            <a:pPr marL="0" indent="0" algn="ctr">
              <a:buNone/>
            </a:pPr>
            <a:r>
              <a:rPr lang="en-GB" sz="3600" u="sng">
                <a:solidFill>
                  <a:schemeClr val="bg1"/>
                </a:solidFill>
              </a:rPr>
              <a:t>Activities Page</a:t>
            </a:r>
            <a:endParaRPr lang="en-US" u="sng">
              <a:solidFill>
                <a:schemeClr val="bg1"/>
              </a:solidFill>
            </a:endParaRPr>
          </a:p>
        </p:txBody>
      </p:sp>
      <p:sp>
        <p:nvSpPr>
          <p:cNvPr id="4" name="TextBox 3">
            <a:extLst>
              <a:ext uri="{FF2B5EF4-FFF2-40B4-BE49-F238E27FC236}">
                <a16:creationId xmlns:a16="http://schemas.microsoft.com/office/drawing/2014/main" id="{AEEA84CE-A476-A263-1590-DB4A1FE208E4}"/>
              </a:ext>
            </a:extLst>
          </p:cNvPr>
          <p:cNvSpPr txBox="1"/>
          <p:nvPr/>
        </p:nvSpPr>
        <p:spPr>
          <a:xfrm>
            <a:off x="74763" y="2366962"/>
            <a:ext cx="6021236" cy="14248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GB" sz="3200" b="1" i="0" u="sng" strike="noStrike" kern="1200" cap="none" spc="0" normalizeH="0" baseline="0" noProof="0">
                <a:ln>
                  <a:noFill/>
                </a:ln>
                <a:solidFill>
                  <a:prstClr val="white"/>
                </a:solidFill>
                <a:effectLst/>
                <a:uLnTx/>
                <a:uFillTx/>
                <a:latin typeface="Aptos" panose="020B0004020202020204"/>
                <a:ea typeface="+mn-ea"/>
                <a:cs typeface="+mn-cs"/>
              </a:rPr>
              <a:t>As humans we are naturally drawn to visual information before written information</a:t>
            </a:r>
            <a:endParaRPr kumimoji="0" lang="en-US" sz="3200" b="1" i="0" u="sng"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6" name="TextBox 5">
            <a:extLst>
              <a:ext uri="{FF2B5EF4-FFF2-40B4-BE49-F238E27FC236}">
                <a16:creationId xmlns:a16="http://schemas.microsoft.com/office/drawing/2014/main" id="{F8351F71-EAB9-D2CC-CF04-D971AA72447A}"/>
              </a:ext>
            </a:extLst>
          </p:cNvPr>
          <p:cNvSpPr txBox="1"/>
          <p:nvPr/>
        </p:nvSpPr>
        <p:spPr>
          <a:xfrm>
            <a:off x="254479" y="4604496"/>
            <a:ext cx="5661803"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a:ln>
                  <a:noFill/>
                </a:ln>
                <a:solidFill>
                  <a:prstClr val="white">
                    <a:lumMod val="76000"/>
                  </a:prstClr>
                </a:solidFill>
                <a:effectLst/>
                <a:uLnTx/>
                <a:uFillTx/>
                <a:latin typeface="Aptos" panose="020B0004020202020204"/>
                <a:ea typeface="+mn-ea"/>
                <a:cs typeface="Segoe UI"/>
              </a:rPr>
              <a:t>As well as this, most languages read and write from left to right, so we generally start looking at something from the left. </a:t>
            </a:r>
          </a:p>
        </p:txBody>
      </p:sp>
      <p:pic>
        <p:nvPicPr>
          <p:cNvPr id="5" name="Picture 4">
            <a:extLst>
              <a:ext uri="{FF2B5EF4-FFF2-40B4-BE49-F238E27FC236}">
                <a16:creationId xmlns:a16="http://schemas.microsoft.com/office/drawing/2014/main" id="{61DC5E5D-2734-4C40-1E0F-C8B8DF34FCBE}"/>
              </a:ext>
            </a:extLst>
          </p:cNvPr>
          <p:cNvPicPr>
            <a:picLocks noChangeAspect="1"/>
          </p:cNvPicPr>
          <p:nvPr/>
        </p:nvPicPr>
        <p:blipFill>
          <a:blip r:embed="rId2"/>
          <a:srcRect t="1592"/>
          <a:stretch/>
        </p:blipFill>
        <p:spPr>
          <a:xfrm>
            <a:off x="7736173" y="365125"/>
            <a:ext cx="4223213" cy="6154699"/>
          </a:xfrm>
          <a:prstGeom prst="rect">
            <a:avLst/>
          </a:prstGeom>
        </p:spPr>
      </p:pic>
    </p:spTree>
    <p:extLst>
      <p:ext uri="{BB962C8B-B14F-4D97-AF65-F5344CB8AC3E}">
        <p14:creationId xmlns:p14="http://schemas.microsoft.com/office/powerpoint/2010/main" val="16336920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76BA5-B75F-FE6B-E42A-8D07602113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EE2E1D-250E-6973-B65E-5C28B1464CAE}"/>
              </a:ext>
            </a:extLst>
          </p:cNvPr>
          <p:cNvSpPr>
            <a:spLocks noGrp="1"/>
          </p:cNvSpPr>
          <p:nvPr>
            <p:ph type="title"/>
          </p:nvPr>
        </p:nvSpPr>
        <p:spPr/>
        <p:txBody>
          <a:bodyPr>
            <a:normAutofit/>
          </a:bodyPr>
          <a:lstStyle/>
          <a:p>
            <a:pPr algn="ctr"/>
            <a:r>
              <a:rPr lang="en-GB" sz="2800">
                <a:solidFill>
                  <a:schemeClr val="bg1"/>
                </a:solidFill>
              </a:rPr>
              <a:t>Design Decisions</a:t>
            </a:r>
            <a:endParaRPr lang="en-US" sz="2800">
              <a:solidFill>
                <a:schemeClr val="bg1"/>
              </a:solidFill>
            </a:endParaRPr>
          </a:p>
        </p:txBody>
      </p:sp>
      <p:sp>
        <p:nvSpPr>
          <p:cNvPr id="3" name="Content Placeholder 2">
            <a:extLst>
              <a:ext uri="{FF2B5EF4-FFF2-40B4-BE49-F238E27FC236}">
                <a16:creationId xmlns:a16="http://schemas.microsoft.com/office/drawing/2014/main" id="{FF3B9CF1-1354-466A-A9AE-753EA8FAED68}"/>
              </a:ext>
            </a:extLst>
          </p:cNvPr>
          <p:cNvSpPr>
            <a:spLocks noGrp="1"/>
          </p:cNvSpPr>
          <p:nvPr>
            <p:ph idx="1"/>
          </p:nvPr>
        </p:nvSpPr>
        <p:spPr>
          <a:xfrm>
            <a:off x="-1083293" y="1423059"/>
            <a:ext cx="8330241" cy="943903"/>
          </a:xfrm>
        </p:spPr>
        <p:txBody>
          <a:bodyPr vert="horz" lIns="91440" tIns="45720" rIns="91440" bIns="45720" rtlCol="0" anchor="t">
            <a:normAutofit/>
          </a:bodyPr>
          <a:lstStyle/>
          <a:p>
            <a:pPr marL="0" indent="0" algn="ctr">
              <a:buNone/>
            </a:pPr>
            <a:r>
              <a:rPr lang="en-GB" sz="3600" u="sng">
                <a:solidFill>
                  <a:schemeClr val="bg1"/>
                </a:solidFill>
              </a:rPr>
              <a:t>Activities Page</a:t>
            </a:r>
            <a:endParaRPr lang="en-US" u="sng">
              <a:solidFill>
                <a:schemeClr val="bg1"/>
              </a:solidFill>
            </a:endParaRPr>
          </a:p>
        </p:txBody>
      </p:sp>
      <p:sp>
        <p:nvSpPr>
          <p:cNvPr id="4" name="TextBox 3">
            <a:extLst>
              <a:ext uri="{FF2B5EF4-FFF2-40B4-BE49-F238E27FC236}">
                <a16:creationId xmlns:a16="http://schemas.microsoft.com/office/drawing/2014/main" id="{0F1952BE-764D-A036-9B64-0FA79A3C680A}"/>
              </a:ext>
            </a:extLst>
          </p:cNvPr>
          <p:cNvSpPr txBox="1"/>
          <p:nvPr/>
        </p:nvSpPr>
        <p:spPr>
          <a:xfrm>
            <a:off x="74764" y="4604496"/>
            <a:ext cx="6021236" cy="18680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GB" sz="3200" b="1" i="0" u="sng" strike="noStrike" kern="1200" cap="none" spc="0" normalizeH="0" baseline="0" noProof="0">
                <a:ln>
                  <a:noFill/>
                </a:ln>
                <a:solidFill>
                  <a:prstClr val="white"/>
                </a:solidFill>
                <a:effectLst/>
                <a:uLnTx/>
                <a:uFillTx/>
                <a:latin typeface="Aptos" panose="020B0004020202020204"/>
                <a:ea typeface="+mn-ea"/>
                <a:cs typeface="+mn-cs"/>
              </a:rPr>
              <a:t>As well as this, most languages read and write from left to right, so we generally start looking at something from the left. </a:t>
            </a:r>
          </a:p>
        </p:txBody>
      </p:sp>
      <p:sp>
        <p:nvSpPr>
          <p:cNvPr id="9" name="TextBox 8">
            <a:extLst>
              <a:ext uri="{FF2B5EF4-FFF2-40B4-BE49-F238E27FC236}">
                <a16:creationId xmlns:a16="http://schemas.microsoft.com/office/drawing/2014/main" id="{746588BE-A61F-4B4F-23D1-EEA08323ADF1}"/>
              </a:ext>
            </a:extLst>
          </p:cNvPr>
          <p:cNvSpPr txBox="1"/>
          <p:nvPr/>
        </p:nvSpPr>
        <p:spPr>
          <a:xfrm>
            <a:off x="74763" y="2366962"/>
            <a:ext cx="6021236" cy="12582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GB" sz="2800" b="0" i="0" u="none" strike="noStrike" kern="1200" cap="none" spc="0" normalizeH="0" baseline="0" noProof="0">
                <a:ln>
                  <a:noFill/>
                </a:ln>
                <a:solidFill>
                  <a:prstClr val="white">
                    <a:lumMod val="75000"/>
                  </a:prstClr>
                </a:solidFill>
                <a:effectLst/>
                <a:uLnTx/>
                <a:uFillTx/>
                <a:latin typeface="Aptos" panose="020B0004020202020204"/>
                <a:ea typeface="+mn-ea"/>
                <a:cs typeface="+mn-cs"/>
              </a:rPr>
              <a:t>As humans we are naturally drawn to visual information before written information</a:t>
            </a:r>
            <a:endParaRPr kumimoji="0" lang="en-US" sz="2800" b="0" i="0" u="none" strike="noStrike" kern="1200" cap="none" spc="0" normalizeH="0" baseline="0" noProof="0">
              <a:ln>
                <a:noFill/>
              </a:ln>
              <a:solidFill>
                <a:prstClr val="white">
                  <a:lumMod val="75000"/>
                </a:prstClr>
              </a:solidFill>
              <a:effectLst/>
              <a:uLnTx/>
              <a:uFillTx/>
              <a:latin typeface="Aptos" panose="020B0004020202020204"/>
              <a:ea typeface="+mn-ea"/>
              <a:cs typeface="+mn-cs"/>
            </a:endParaRPr>
          </a:p>
        </p:txBody>
      </p:sp>
      <p:pic>
        <p:nvPicPr>
          <p:cNvPr id="10" name="Picture 9">
            <a:extLst>
              <a:ext uri="{FF2B5EF4-FFF2-40B4-BE49-F238E27FC236}">
                <a16:creationId xmlns:a16="http://schemas.microsoft.com/office/drawing/2014/main" id="{FE1881C3-D1CC-A68C-2A36-965AE1FD829B}"/>
              </a:ext>
            </a:extLst>
          </p:cNvPr>
          <p:cNvPicPr>
            <a:picLocks noChangeAspect="1"/>
          </p:cNvPicPr>
          <p:nvPr/>
        </p:nvPicPr>
        <p:blipFill>
          <a:blip r:embed="rId2"/>
          <a:srcRect t="1592"/>
          <a:stretch/>
        </p:blipFill>
        <p:spPr>
          <a:xfrm>
            <a:off x="7736173" y="365125"/>
            <a:ext cx="4223213" cy="6154699"/>
          </a:xfrm>
          <a:prstGeom prst="rect">
            <a:avLst/>
          </a:prstGeom>
        </p:spPr>
      </p:pic>
    </p:spTree>
    <p:extLst>
      <p:ext uri="{BB962C8B-B14F-4D97-AF65-F5344CB8AC3E}">
        <p14:creationId xmlns:p14="http://schemas.microsoft.com/office/powerpoint/2010/main" val="1027833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93D8B-8CBE-A73E-1B7C-756077FAB9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EF685B-0D73-37B7-E479-304A6E4FE509}"/>
              </a:ext>
            </a:extLst>
          </p:cNvPr>
          <p:cNvSpPr>
            <a:spLocks noGrp="1"/>
          </p:cNvSpPr>
          <p:nvPr>
            <p:ph type="title"/>
          </p:nvPr>
        </p:nvSpPr>
        <p:spPr/>
        <p:txBody>
          <a:bodyPr>
            <a:normAutofit/>
          </a:bodyPr>
          <a:lstStyle/>
          <a:p>
            <a:pPr algn="ctr"/>
            <a:r>
              <a:rPr lang="en-GB" sz="2800">
                <a:solidFill>
                  <a:schemeClr val="bg1"/>
                </a:solidFill>
              </a:rPr>
              <a:t>Design Decisions</a:t>
            </a:r>
            <a:endParaRPr lang="en-US" sz="2800">
              <a:solidFill>
                <a:schemeClr val="bg1"/>
              </a:solidFill>
            </a:endParaRPr>
          </a:p>
        </p:txBody>
      </p:sp>
      <p:sp>
        <p:nvSpPr>
          <p:cNvPr id="3" name="Content Placeholder 2">
            <a:extLst>
              <a:ext uri="{FF2B5EF4-FFF2-40B4-BE49-F238E27FC236}">
                <a16:creationId xmlns:a16="http://schemas.microsoft.com/office/drawing/2014/main" id="{4B6D7670-3D8C-773E-3E44-EB67DDB23DB6}"/>
              </a:ext>
            </a:extLst>
          </p:cNvPr>
          <p:cNvSpPr>
            <a:spLocks noGrp="1"/>
          </p:cNvSpPr>
          <p:nvPr>
            <p:ph idx="1"/>
          </p:nvPr>
        </p:nvSpPr>
        <p:spPr>
          <a:xfrm>
            <a:off x="-1083293" y="1423059"/>
            <a:ext cx="8330241" cy="943903"/>
          </a:xfrm>
        </p:spPr>
        <p:txBody>
          <a:bodyPr vert="horz" lIns="91440" tIns="45720" rIns="91440" bIns="45720" rtlCol="0" anchor="t">
            <a:normAutofit/>
          </a:bodyPr>
          <a:lstStyle/>
          <a:p>
            <a:pPr marL="0" indent="0" algn="ctr">
              <a:buNone/>
            </a:pPr>
            <a:r>
              <a:rPr lang="en-GB" sz="3600" u="sng">
                <a:solidFill>
                  <a:schemeClr val="bg1"/>
                </a:solidFill>
              </a:rPr>
              <a:t>Activities Page</a:t>
            </a:r>
            <a:endParaRPr lang="en-US" u="sng">
              <a:solidFill>
                <a:schemeClr val="bg1"/>
              </a:solidFill>
            </a:endParaRPr>
          </a:p>
        </p:txBody>
      </p:sp>
      <p:sp>
        <p:nvSpPr>
          <p:cNvPr id="4" name="TextBox 3">
            <a:extLst>
              <a:ext uri="{FF2B5EF4-FFF2-40B4-BE49-F238E27FC236}">
                <a16:creationId xmlns:a16="http://schemas.microsoft.com/office/drawing/2014/main" id="{CA3B5E6A-E77B-C435-B3FF-61CD0841E65D}"/>
              </a:ext>
            </a:extLst>
          </p:cNvPr>
          <p:cNvSpPr txBox="1"/>
          <p:nvPr/>
        </p:nvSpPr>
        <p:spPr>
          <a:xfrm>
            <a:off x="312750" y="2748622"/>
            <a:ext cx="6934198" cy="23112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GB" sz="3200" b="1" i="0" u="sng" strike="noStrike" kern="1200" cap="none" spc="0" normalizeH="0" baseline="0" noProof="0">
                <a:ln>
                  <a:noFill/>
                </a:ln>
                <a:solidFill>
                  <a:prstClr val="white"/>
                </a:solidFill>
                <a:effectLst/>
                <a:uLnTx/>
                <a:uFillTx/>
                <a:latin typeface="Aptos" panose="020B0004020202020204"/>
                <a:ea typeface="+mn-ea"/>
                <a:cs typeface="+mn-cs"/>
              </a:rPr>
              <a:t>This heavily influenced the layout of the activities page so the pictures would be displayed on the left as a visual hook and then the description comes after you’ve seen the image.</a:t>
            </a:r>
            <a:endParaRPr kumimoji="0" lang="en-US" sz="3200" b="1" i="0" u="sng"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5" name="Picture 4">
            <a:extLst>
              <a:ext uri="{FF2B5EF4-FFF2-40B4-BE49-F238E27FC236}">
                <a16:creationId xmlns:a16="http://schemas.microsoft.com/office/drawing/2014/main" id="{019C6E27-27E0-9FDA-76D2-91E7D2A05EA8}"/>
              </a:ext>
            </a:extLst>
          </p:cNvPr>
          <p:cNvPicPr>
            <a:picLocks noChangeAspect="1"/>
          </p:cNvPicPr>
          <p:nvPr/>
        </p:nvPicPr>
        <p:blipFill>
          <a:blip r:embed="rId2"/>
          <a:srcRect t="1592"/>
          <a:stretch/>
        </p:blipFill>
        <p:spPr>
          <a:xfrm>
            <a:off x="7736173" y="365125"/>
            <a:ext cx="4223213" cy="6154699"/>
          </a:xfrm>
          <a:prstGeom prst="rect">
            <a:avLst/>
          </a:prstGeom>
        </p:spPr>
      </p:pic>
    </p:spTree>
    <p:extLst>
      <p:ext uri="{BB962C8B-B14F-4D97-AF65-F5344CB8AC3E}">
        <p14:creationId xmlns:p14="http://schemas.microsoft.com/office/powerpoint/2010/main" val="23678941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A366A-9417-5B46-4AF8-FC26B699C2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E97916-60E3-2E6F-4B07-660B71CD099D}"/>
              </a:ext>
            </a:extLst>
          </p:cNvPr>
          <p:cNvSpPr>
            <a:spLocks noGrp="1"/>
          </p:cNvSpPr>
          <p:nvPr>
            <p:ph type="title"/>
          </p:nvPr>
        </p:nvSpPr>
        <p:spPr/>
        <p:txBody>
          <a:bodyPr>
            <a:normAutofit/>
          </a:bodyPr>
          <a:lstStyle/>
          <a:p>
            <a:pPr algn="ctr"/>
            <a:r>
              <a:rPr lang="en-GB" sz="2800">
                <a:solidFill>
                  <a:schemeClr val="bg1"/>
                </a:solidFill>
              </a:rPr>
              <a:t>Design Decisions</a:t>
            </a:r>
            <a:endParaRPr lang="en-US" sz="2800">
              <a:solidFill>
                <a:schemeClr val="bg1"/>
              </a:solidFill>
            </a:endParaRPr>
          </a:p>
        </p:txBody>
      </p:sp>
      <p:sp>
        <p:nvSpPr>
          <p:cNvPr id="3" name="Content Placeholder 2">
            <a:extLst>
              <a:ext uri="{FF2B5EF4-FFF2-40B4-BE49-F238E27FC236}">
                <a16:creationId xmlns:a16="http://schemas.microsoft.com/office/drawing/2014/main" id="{E2235CA3-1A71-396E-3484-D4A0B5DF2846}"/>
              </a:ext>
            </a:extLst>
          </p:cNvPr>
          <p:cNvSpPr>
            <a:spLocks noGrp="1"/>
          </p:cNvSpPr>
          <p:nvPr>
            <p:ph idx="1"/>
          </p:nvPr>
        </p:nvSpPr>
        <p:spPr>
          <a:xfrm>
            <a:off x="4361331" y="1423059"/>
            <a:ext cx="8330241" cy="943903"/>
          </a:xfrm>
        </p:spPr>
        <p:txBody>
          <a:bodyPr vert="horz" lIns="91440" tIns="45720" rIns="91440" bIns="45720" rtlCol="0" anchor="t">
            <a:normAutofit/>
          </a:bodyPr>
          <a:lstStyle/>
          <a:p>
            <a:pPr marL="0" indent="0" algn="ctr">
              <a:buNone/>
            </a:pPr>
            <a:r>
              <a:rPr lang="en-GB" sz="3600" u="sng">
                <a:solidFill>
                  <a:schemeClr val="bg1"/>
                </a:solidFill>
              </a:rPr>
              <a:t>About Us Page</a:t>
            </a:r>
            <a:endParaRPr lang="en-US" u="sng">
              <a:solidFill>
                <a:schemeClr val="bg1"/>
              </a:solidFill>
            </a:endParaRPr>
          </a:p>
        </p:txBody>
      </p:sp>
      <p:sp>
        <p:nvSpPr>
          <p:cNvPr id="4" name="TextBox 3">
            <a:extLst>
              <a:ext uri="{FF2B5EF4-FFF2-40B4-BE49-F238E27FC236}">
                <a16:creationId xmlns:a16="http://schemas.microsoft.com/office/drawing/2014/main" id="{D138D0C3-42A6-D426-BCBE-223E3311589D}"/>
              </a:ext>
            </a:extLst>
          </p:cNvPr>
          <p:cNvSpPr txBox="1"/>
          <p:nvPr/>
        </p:nvSpPr>
        <p:spPr>
          <a:xfrm>
            <a:off x="5729462" y="2443281"/>
            <a:ext cx="6021236" cy="9816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GB" sz="3200" b="1" i="0" u="sng" strike="noStrike" kern="1200" cap="none" spc="0" normalizeH="0" baseline="0" noProof="0">
                <a:ln>
                  <a:noFill/>
                </a:ln>
                <a:solidFill>
                  <a:prstClr val="white"/>
                </a:solidFill>
                <a:effectLst/>
                <a:uLnTx/>
                <a:uFillTx/>
                <a:latin typeface="Aptos" panose="020B0004020202020204"/>
                <a:ea typeface="+mn-ea"/>
                <a:cs typeface="+mn-cs"/>
              </a:rPr>
              <a:t>This page is structured very similarly to the previous page.</a:t>
            </a:r>
            <a:endParaRPr kumimoji="0" lang="en-US" sz="3200" b="1" i="0" u="sng"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6" name="TextBox 5">
            <a:extLst>
              <a:ext uri="{FF2B5EF4-FFF2-40B4-BE49-F238E27FC236}">
                <a16:creationId xmlns:a16="http://schemas.microsoft.com/office/drawing/2014/main" id="{F7155458-52EE-4149-9A43-5FD29B7EBB71}"/>
              </a:ext>
            </a:extLst>
          </p:cNvPr>
          <p:cNvSpPr txBox="1"/>
          <p:nvPr/>
        </p:nvSpPr>
        <p:spPr>
          <a:xfrm>
            <a:off x="5909179" y="4604496"/>
            <a:ext cx="5661803"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a:ln>
                  <a:noFill/>
                </a:ln>
                <a:solidFill>
                  <a:prstClr val="white">
                    <a:lumMod val="76000"/>
                  </a:prstClr>
                </a:solidFill>
                <a:effectLst/>
                <a:uLnTx/>
                <a:uFillTx/>
                <a:latin typeface="Aptos" panose="020B0004020202020204"/>
                <a:ea typeface="+mn-ea"/>
                <a:cs typeface="Segoe UI"/>
              </a:rPr>
              <a:t>The descriptions simply talk about that person, their background and their role within the company.</a:t>
            </a:r>
          </a:p>
        </p:txBody>
      </p:sp>
      <p:sp>
        <p:nvSpPr>
          <p:cNvPr id="9" name="Title 1">
            <a:extLst>
              <a:ext uri="{FF2B5EF4-FFF2-40B4-BE49-F238E27FC236}">
                <a16:creationId xmlns:a16="http://schemas.microsoft.com/office/drawing/2014/main" id="{EA910A40-B886-7813-C1DF-05AE496E6677}"/>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GB" sz="2800" b="0" i="0" u="none" strike="noStrike" kern="1200" cap="none" spc="0" normalizeH="0" baseline="0" noProof="0">
                <a:ln>
                  <a:noFill/>
                </a:ln>
                <a:solidFill>
                  <a:prstClr val="white"/>
                </a:solidFill>
                <a:effectLst/>
                <a:uLnTx/>
                <a:uFillTx/>
                <a:latin typeface="Aptos Display" panose="020F0302020204030204"/>
                <a:ea typeface="+mj-ea"/>
                <a:cs typeface="+mj-cs"/>
              </a:rPr>
              <a:t>Design Decisions</a:t>
            </a:r>
            <a:endParaRPr kumimoji="0" lang="en-US" sz="2800" b="0" i="0" u="none" strike="noStrike" kern="1200" cap="none" spc="0" normalizeH="0" baseline="0" noProof="0">
              <a:ln>
                <a:noFill/>
              </a:ln>
              <a:solidFill>
                <a:prstClr val="white"/>
              </a:solidFill>
              <a:effectLst/>
              <a:uLnTx/>
              <a:uFillTx/>
              <a:latin typeface="Aptos Display" panose="020F0302020204030204"/>
              <a:ea typeface="+mj-ea"/>
              <a:cs typeface="+mj-cs"/>
            </a:endParaRPr>
          </a:p>
        </p:txBody>
      </p:sp>
      <p:pic>
        <p:nvPicPr>
          <p:cNvPr id="11" name="Picture 10">
            <a:extLst>
              <a:ext uri="{FF2B5EF4-FFF2-40B4-BE49-F238E27FC236}">
                <a16:creationId xmlns:a16="http://schemas.microsoft.com/office/drawing/2014/main" id="{4594D1F8-DE36-CAF8-A66B-B83638E6A773}"/>
              </a:ext>
            </a:extLst>
          </p:cNvPr>
          <p:cNvPicPr>
            <a:picLocks noChangeAspect="1"/>
          </p:cNvPicPr>
          <p:nvPr/>
        </p:nvPicPr>
        <p:blipFill>
          <a:blip r:embed="rId2"/>
          <a:srcRect t="585" r="3165"/>
          <a:stretch/>
        </p:blipFill>
        <p:spPr>
          <a:xfrm>
            <a:off x="261585" y="365125"/>
            <a:ext cx="4099746" cy="6228014"/>
          </a:xfrm>
          <a:prstGeom prst="rect">
            <a:avLst/>
          </a:prstGeom>
        </p:spPr>
      </p:pic>
    </p:spTree>
    <p:extLst>
      <p:ext uri="{BB962C8B-B14F-4D97-AF65-F5344CB8AC3E}">
        <p14:creationId xmlns:p14="http://schemas.microsoft.com/office/powerpoint/2010/main" val="39626573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E8A79-69B0-8C7F-112D-C4DA8BF86C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5AE89D-D027-CD68-31EC-69C7ABA0A2C2}"/>
              </a:ext>
            </a:extLst>
          </p:cNvPr>
          <p:cNvSpPr>
            <a:spLocks noGrp="1"/>
          </p:cNvSpPr>
          <p:nvPr>
            <p:ph type="title"/>
          </p:nvPr>
        </p:nvSpPr>
        <p:spPr/>
        <p:txBody>
          <a:bodyPr>
            <a:normAutofit/>
          </a:bodyPr>
          <a:lstStyle/>
          <a:p>
            <a:pPr algn="ctr"/>
            <a:r>
              <a:rPr lang="en-GB" sz="2800">
                <a:solidFill>
                  <a:schemeClr val="bg1"/>
                </a:solidFill>
              </a:rPr>
              <a:t>Design Decisions</a:t>
            </a:r>
            <a:endParaRPr lang="en-US" sz="2800">
              <a:solidFill>
                <a:schemeClr val="bg1"/>
              </a:solidFill>
            </a:endParaRPr>
          </a:p>
        </p:txBody>
      </p:sp>
      <p:sp>
        <p:nvSpPr>
          <p:cNvPr id="3" name="Content Placeholder 2">
            <a:extLst>
              <a:ext uri="{FF2B5EF4-FFF2-40B4-BE49-F238E27FC236}">
                <a16:creationId xmlns:a16="http://schemas.microsoft.com/office/drawing/2014/main" id="{B314CEE4-46A3-DBF2-71CC-53C86A058031}"/>
              </a:ext>
            </a:extLst>
          </p:cNvPr>
          <p:cNvSpPr>
            <a:spLocks noGrp="1"/>
          </p:cNvSpPr>
          <p:nvPr>
            <p:ph idx="1"/>
          </p:nvPr>
        </p:nvSpPr>
        <p:spPr>
          <a:xfrm>
            <a:off x="4361331" y="1406126"/>
            <a:ext cx="8330241" cy="943903"/>
          </a:xfrm>
        </p:spPr>
        <p:txBody>
          <a:bodyPr vert="horz" lIns="91440" tIns="45720" rIns="91440" bIns="45720" rtlCol="0" anchor="t">
            <a:normAutofit/>
          </a:bodyPr>
          <a:lstStyle/>
          <a:p>
            <a:pPr marL="0" indent="0" algn="ctr">
              <a:buNone/>
            </a:pPr>
            <a:r>
              <a:rPr lang="en-GB" sz="3600" u="sng">
                <a:solidFill>
                  <a:schemeClr val="bg1"/>
                </a:solidFill>
              </a:rPr>
              <a:t>About Us Page</a:t>
            </a:r>
            <a:endParaRPr lang="en-US" u="sng">
              <a:solidFill>
                <a:schemeClr val="bg1"/>
              </a:solidFill>
            </a:endParaRPr>
          </a:p>
        </p:txBody>
      </p:sp>
      <p:sp>
        <p:nvSpPr>
          <p:cNvPr id="4" name="TextBox 3">
            <a:extLst>
              <a:ext uri="{FF2B5EF4-FFF2-40B4-BE49-F238E27FC236}">
                <a16:creationId xmlns:a16="http://schemas.microsoft.com/office/drawing/2014/main" id="{23597A3D-2E3C-AAC3-8921-24AABC854831}"/>
              </a:ext>
            </a:extLst>
          </p:cNvPr>
          <p:cNvSpPr txBox="1"/>
          <p:nvPr/>
        </p:nvSpPr>
        <p:spPr>
          <a:xfrm>
            <a:off x="5699103" y="4346054"/>
            <a:ext cx="6021236" cy="18680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GB" sz="3200" b="1" i="0" u="sng" strike="noStrike" kern="1200" cap="none" spc="0" normalizeH="0" baseline="0" noProof="0">
                <a:ln>
                  <a:noFill/>
                </a:ln>
                <a:solidFill>
                  <a:prstClr val="white"/>
                </a:solidFill>
                <a:effectLst/>
                <a:uLnTx/>
                <a:uFillTx/>
                <a:latin typeface="Aptos" panose="020B0004020202020204"/>
                <a:ea typeface="+mn-ea"/>
                <a:cs typeface="+mn-cs"/>
              </a:rPr>
              <a:t>The descriptions simply talk about that person, their background and their role within the company.</a:t>
            </a:r>
          </a:p>
        </p:txBody>
      </p:sp>
      <p:pic>
        <p:nvPicPr>
          <p:cNvPr id="8" name="Picture 7">
            <a:extLst>
              <a:ext uri="{FF2B5EF4-FFF2-40B4-BE49-F238E27FC236}">
                <a16:creationId xmlns:a16="http://schemas.microsoft.com/office/drawing/2014/main" id="{7C57CE51-F727-5A99-8842-3E20E931727B}"/>
              </a:ext>
            </a:extLst>
          </p:cNvPr>
          <p:cNvPicPr>
            <a:picLocks noChangeAspect="1"/>
          </p:cNvPicPr>
          <p:nvPr/>
        </p:nvPicPr>
        <p:blipFill>
          <a:blip r:embed="rId2"/>
          <a:srcRect t="585" r="3165"/>
          <a:stretch/>
        </p:blipFill>
        <p:spPr>
          <a:xfrm>
            <a:off x="261585" y="365125"/>
            <a:ext cx="4099746" cy="6228014"/>
          </a:xfrm>
          <a:prstGeom prst="rect">
            <a:avLst/>
          </a:prstGeom>
        </p:spPr>
      </p:pic>
      <p:sp>
        <p:nvSpPr>
          <p:cNvPr id="5" name="TextBox 4">
            <a:extLst>
              <a:ext uri="{FF2B5EF4-FFF2-40B4-BE49-F238E27FC236}">
                <a16:creationId xmlns:a16="http://schemas.microsoft.com/office/drawing/2014/main" id="{293A74AF-AB3B-5CB5-3590-00C29689C5EF}"/>
              </a:ext>
            </a:extLst>
          </p:cNvPr>
          <p:cNvSpPr txBox="1"/>
          <p:nvPr/>
        </p:nvSpPr>
        <p:spPr>
          <a:xfrm>
            <a:off x="5699103" y="2426348"/>
            <a:ext cx="6021236" cy="8704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GB" sz="2800" b="0" i="0" u="none" strike="noStrike" kern="1200" cap="none" spc="0" normalizeH="0" baseline="0" noProof="0">
                <a:ln>
                  <a:noFill/>
                </a:ln>
                <a:solidFill>
                  <a:prstClr val="white">
                    <a:lumMod val="75000"/>
                  </a:prstClr>
                </a:solidFill>
                <a:effectLst/>
                <a:uLnTx/>
                <a:uFillTx/>
                <a:latin typeface="Aptos" panose="020B0004020202020204"/>
                <a:ea typeface="+mn-ea"/>
                <a:cs typeface="+mn-cs"/>
              </a:rPr>
              <a:t>This page is structured very similarly to the previous page.</a:t>
            </a:r>
            <a:endParaRPr kumimoji="0" lang="en-US" sz="2800" b="0" i="0" u="none" strike="noStrike" kern="1200" cap="none" spc="0" normalizeH="0" baseline="0" noProof="0">
              <a:ln>
                <a:noFill/>
              </a:ln>
              <a:solidFill>
                <a:prstClr val="white">
                  <a:lumMod val="75000"/>
                </a:prstClr>
              </a:solidFill>
              <a:effectLst/>
              <a:uLnTx/>
              <a:uFillTx/>
              <a:latin typeface="Aptos" panose="020B0004020202020204"/>
              <a:ea typeface="+mn-ea"/>
              <a:cs typeface="+mn-cs"/>
            </a:endParaRPr>
          </a:p>
        </p:txBody>
      </p:sp>
    </p:spTree>
    <p:extLst>
      <p:ext uri="{BB962C8B-B14F-4D97-AF65-F5344CB8AC3E}">
        <p14:creationId xmlns:p14="http://schemas.microsoft.com/office/powerpoint/2010/main" val="3064424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9D86E-439A-16C7-34E2-3DBC4EAC27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2DCA4F-09EF-6E02-A622-D3495E31C029}"/>
              </a:ext>
            </a:extLst>
          </p:cNvPr>
          <p:cNvSpPr>
            <a:spLocks noGrp="1"/>
          </p:cNvSpPr>
          <p:nvPr>
            <p:ph type="title"/>
          </p:nvPr>
        </p:nvSpPr>
        <p:spPr/>
        <p:txBody>
          <a:bodyPr>
            <a:normAutofit/>
          </a:bodyPr>
          <a:lstStyle/>
          <a:p>
            <a:pPr algn="ctr"/>
            <a:r>
              <a:rPr lang="en-GB" sz="2800">
                <a:solidFill>
                  <a:schemeClr val="bg1"/>
                </a:solidFill>
              </a:rPr>
              <a:t>Design Decisions</a:t>
            </a:r>
            <a:endParaRPr lang="en-US" sz="2800">
              <a:solidFill>
                <a:schemeClr val="bg1"/>
              </a:solidFill>
            </a:endParaRPr>
          </a:p>
        </p:txBody>
      </p:sp>
      <p:sp>
        <p:nvSpPr>
          <p:cNvPr id="3" name="Content Placeholder 2">
            <a:extLst>
              <a:ext uri="{FF2B5EF4-FFF2-40B4-BE49-F238E27FC236}">
                <a16:creationId xmlns:a16="http://schemas.microsoft.com/office/drawing/2014/main" id="{B0851247-8D9F-39BE-6BEB-34252DE0E734}"/>
              </a:ext>
            </a:extLst>
          </p:cNvPr>
          <p:cNvSpPr>
            <a:spLocks noGrp="1"/>
          </p:cNvSpPr>
          <p:nvPr>
            <p:ph idx="1"/>
          </p:nvPr>
        </p:nvSpPr>
        <p:spPr>
          <a:xfrm>
            <a:off x="4361331" y="1423059"/>
            <a:ext cx="8330241" cy="943903"/>
          </a:xfrm>
        </p:spPr>
        <p:txBody>
          <a:bodyPr vert="horz" lIns="91440" tIns="45720" rIns="91440" bIns="45720" rtlCol="0" anchor="t">
            <a:normAutofit/>
          </a:bodyPr>
          <a:lstStyle/>
          <a:p>
            <a:pPr marL="0" indent="0" algn="ctr">
              <a:buNone/>
            </a:pPr>
            <a:r>
              <a:rPr lang="en-GB" sz="3600" u="sng">
                <a:solidFill>
                  <a:schemeClr val="bg1"/>
                </a:solidFill>
              </a:rPr>
              <a:t>Booking Page</a:t>
            </a:r>
            <a:endParaRPr lang="en-US" u="sng">
              <a:solidFill>
                <a:schemeClr val="bg1"/>
              </a:solidFill>
            </a:endParaRPr>
          </a:p>
        </p:txBody>
      </p:sp>
      <p:sp>
        <p:nvSpPr>
          <p:cNvPr id="4" name="TextBox 3">
            <a:extLst>
              <a:ext uri="{FF2B5EF4-FFF2-40B4-BE49-F238E27FC236}">
                <a16:creationId xmlns:a16="http://schemas.microsoft.com/office/drawing/2014/main" id="{74A825AE-53A1-734D-158C-EC0605EB720E}"/>
              </a:ext>
            </a:extLst>
          </p:cNvPr>
          <p:cNvSpPr txBox="1"/>
          <p:nvPr/>
        </p:nvSpPr>
        <p:spPr>
          <a:xfrm>
            <a:off x="4936803" y="2443280"/>
            <a:ext cx="7179291" cy="9816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GB" sz="3200" b="1" i="0" u="sng" strike="noStrike" kern="1200" cap="none" spc="0" normalizeH="0" baseline="0" noProof="0">
                <a:ln>
                  <a:noFill/>
                </a:ln>
                <a:solidFill>
                  <a:prstClr val="white"/>
                </a:solidFill>
                <a:effectLst/>
                <a:uLnTx/>
                <a:uFillTx/>
                <a:latin typeface="Aptos" panose="020B0004020202020204"/>
                <a:ea typeface="+mn-ea"/>
                <a:cs typeface="+mn-cs"/>
              </a:rPr>
              <a:t>I thought that a table-like design would suit the booking page</a:t>
            </a:r>
            <a:endParaRPr kumimoji="0" lang="en-US" sz="3200" b="1" i="0" u="sng"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6" name="TextBox 5">
            <a:extLst>
              <a:ext uri="{FF2B5EF4-FFF2-40B4-BE49-F238E27FC236}">
                <a16:creationId xmlns:a16="http://schemas.microsoft.com/office/drawing/2014/main" id="{217FCD40-490B-6CB8-0C94-05DB83F40C1B}"/>
              </a:ext>
            </a:extLst>
          </p:cNvPr>
          <p:cNvSpPr txBox="1"/>
          <p:nvPr/>
        </p:nvSpPr>
        <p:spPr>
          <a:xfrm>
            <a:off x="5137025" y="3863080"/>
            <a:ext cx="6778849"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a:ln>
                  <a:noFill/>
                </a:ln>
                <a:solidFill>
                  <a:prstClr val="white">
                    <a:lumMod val="76000"/>
                  </a:prstClr>
                </a:solidFill>
                <a:effectLst/>
                <a:uLnTx/>
                <a:uFillTx/>
                <a:latin typeface="Aptos" panose="020B0004020202020204"/>
                <a:ea typeface="+mn-ea"/>
                <a:cs typeface="Segoe UI"/>
              </a:rPr>
              <a:t>This is due to the more business/serious oriented nature of having to book the experience instead of the more dynamic and atmospheric feel of the rest of the website.</a:t>
            </a:r>
          </a:p>
        </p:txBody>
      </p:sp>
      <p:sp>
        <p:nvSpPr>
          <p:cNvPr id="9" name="Title 1">
            <a:extLst>
              <a:ext uri="{FF2B5EF4-FFF2-40B4-BE49-F238E27FC236}">
                <a16:creationId xmlns:a16="http://schemas.microsoft.com/office/drawing/2014/main" id="{45CBF064-8891-7736-6414-B8463C4777C5}"/>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GB" sz="2800" b="0" i="0" u="none" strike="noStrike" kern="1200" cap="none" spc="0" normalizeH="0" baseline="0" noProof="0">
                <a:ln>
                  <a:noFill/>
                </a:ln>
                <a:solidFill>
                  <a:prstClr val="white"/>
                </a:solidFill>
                <a:effectLst/>
                <a:uLnTx/>
                <a:uFillTx/>
                <a:latin typeface="Aptos Display" panose="020F0302020204030204"/>
                <a:ea typeface="+mj-ea"/>
                <a:cs typeface="+mj-cs"/>
              </a:rPr>
              <a:t>Design Decisions</a:t>
            </a:r>
            <a:endParaRPr kumimoji="0" lang="en-US" sz="2800" b="0" i="0" u="none" strike="noStrike" kern="1200" cap="none" spc="0" normalizeH="0" baseline="0" noProof="0">
              <a:ln>
                <a:noFill/>
              </a:ln>
              <a:solidFill>
                <a:prstClr val="white"/>
              </a:solidFill>
              <a:effectLst/>
              <a:uLnTx/>
              <a:uFillTx/>
              <a:latin typeface="Aptos Display" panose="020F0302020204030204"/>
              <a:ea typeface="+mj-ea"/>
              <a:cs typeface="+mj-cs"/>
            </a:endParaRPr>
          </a:p>
        </p:txBody>
      </p:sp>
      <p:pic>
        <p:nvPicPr>
          <p:cNvPr id="10" name="Picture 9">
            <a:extLst>
              <a:ext uri="{FF2B5EF4-FFF2-40B4-BE49-F238E27FC236}">
                <a16:creationId xmlns:a16="http://schemas.microsoft.com/office/drawing/2014/main" id="{F9216707-93F8-675C-0904-86922A1EA211}"/>
              </a:ext>
            </a:extLst>
          </p:cNvPr>
          <p:cNvPicPr>
            <a:picLocks noChangeAspect="1"/>
          </p:cNvPicPr>
          <p:nvPr/>
        </p:nvPicPr>
        <p:blipFill>
          <a:blip r:embed="rId2"/>
          <a:srcRect/>
          <a:stretch/>
        </p:blipFill>
        <p:spPr>
          <a:xfrm>
            <a:off x="256913" y="249253"/>
            <a:ext cx="4314494" cy="6351285"/>
          </a:xfrm>
          <a:prstGeom prst="rect">
            <a:avLst/>
          </a:prstGeom>
        </p:spPr>
      </p:pic>
    </p:spTree>
    <p:extLst>
      <p:ext uri="{BB962C8B-B14F-4D97-AF65-F5344CB8AC3E}">
        <p14:creationId xmlns:p14="http://schemas.microsoft.com/office/powerpoint/2010/main" val="16866331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3C182-5551-C421-023A-967DCE0653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426D54-7F1C-3BDA-5F7D-5CD2D604B4CB}"/>
              </a:ext>
            </a:extLst>
          </p:cNvPr>
          <p:cNvSpPr>
            <a:spLocks noGrp="1"/>
          </p:cNvSpPr>
          <p:nvPr>
            <p:ph type="title"/>
          </p:nvPr>
        </p:nvSpPr>
        <p:spPr/>
        <p:txBody>
          <a:bodyPr>
            <a:normAutofit/>
          </a:bodyPr>
          <a:lstStyle/>
          <a:p>
            <a:pPr algn="ctr"/>
            <a:r>
              <a:rPr lang="en-GB" sz="2800">
                <a:solidFill>
                  <a:schemeClr val="bg1"/>
                </a:solidFill>
              </a:rPr>
              <a:t>Design Decisions</a:t>
            </a:r>
            <a:endParaRPr lang="en-US" sz="2800">
              <a:solidFill>
                <a:schemeClr val="bg1"/>
              </a:solidFill>
            </a:endParaRPr>
          </a:p>
        </p:txBody>
      </p:sp>
      <p:sp>
        <p:nvSpPr>
          <p:cNvPr id="3" name="Content Placeholder 2">
            <a:extLst>
              <a:ext uri="{FF2B5EF4-FFF2-40B4-BE49-F238E27FC236}">
                <a16:creationId xmlns:a16="http://schemas.microsoft.com/office/drawing/2014/main" id="{51B4CD28-F826-B07E-248E-EBD548FD6A36}"/>
              </a:ext>
            </a:extLst>
          </p:cNvPr>
          <p:cNvSpPr>
            <a:spLocks noGrp="1"/>
          </p:cNvSpPr>
          <p:nvPr>
            <p:ph idx="1"/>
          </p:nvPr>
        </p:nvSpPr>
        <p:spPr>
          <a:xfrm>
            <a:off x="4361331" y="1423059"/>
            <a:ext cx="8330241" cy="943903"/>
          </a:xfrm>
        </p:spPr>
        <p:txBody>
          <a:bodyPr vert="horz" lIns="91440" tIns="45720" rIns="91440" bIns="45720" rtlCol="0" anchor="t">
            <a:normAutofit/>
          </a:bodyPr>
          <a:lstStyle/>
          <a:p>
            <a:pPr marL="0" indent="0" algn="ctr">
              <a:buNone/>
            </a:pPr>
            <a:r>
              <a:rPr lang="en-GB" sz="3600" u="sng">
                <a:solidFill>
                  <a:schemeClr val="bg1"/>
                </a:solidFill>
              </a:rPr>
              <a:t>Booking Page</a:t>
            </a:r>
            <a:endParaRPr lang="en-US" u="sng">
              <a:solidFill>
                <a:schemeClr val="bg1"/>
              </a:solidFill>
            </a:endParaRPr>
          </a:p>
        </p:txBody>
      </p:sp>
      <p:sp>
        <p:nvSpPr>
          <p:cNvPr id="4" name="TextBox 3">
            <a:extLst>
              <a:ext uri="{FF2B5EF4-FFF2-40B4-BE49-F238E27FC236}">
                <a16:creationId xmlns:a16="http://schemas.microsoft.com/office/drawing/2014/main" id="{F12BC024-EAA8-905E-2D16-93194FCB247A}"/>
              </a:ext>
            </a:extLst>
          </p:cNvPr>
          <p:cNvSpPr txBox="1"/>
          <p:nvPr/>
        </p:nvSpPr>
        <p:spPr>
          <a:xfrm>
            <a:off x="4936803" y="2443280"/>
            <a:ext cx="7179291" cy="8704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GB" sz="2800" b="0" i="0" u="none" strike="noStrike" kern="1200" cap="none" spc="0" normalizeH="0" baseline="0" noProof="0">
                <a:ln>
                  <a:noFill/>
                </a:ln>
                <a:solidFill>
                  <a:prstClr val="white">
                    <a:lumMod val="75000"/>
                  </a:prstClr>
                </a:solidFill>
                <a:effectLst/>
                <a:uLnTx/>
                <a:uFillTx/>
                <a:latin typeface="Aptos" panose="020B0004020202020204"/>
                <a:ea typeface="+mn-ea"/>
                <a:cs typeface="+mn-cs"/>
              </a:rPr>
              <a:t>I thought that a table-like design would suit the booking page</a:t>
            </a:r>
            <a:endParaRPr kumimoji="0" lang="en-US" sz="2800" b="0" i="0" u="none" strike="noStrike" kern="1200" cap="none" spc="0" normalizeH="0" baseline="0" noProof="0">
              <a:ln>
                <a:noFill/>
              </a:ln>
              <a:solidFill>
                <a:prstClr val="white">
                  <a:lumMod val="75000"/>
                </a:prstClr>
              </a:solidFill>
              <a:effectLst/>
              <a:uLnTx/>
              <a:uFillTx/>
              <a:latin typeface="Aptos" panose="020B0004020202020204"/>
              <a:ea typeface="+mn-ea"/>
              <a:cs typeface="+mn-cs"/>
            </a:endParaRPr>
          </a:p>
        </p:txBody>
      </p:sp>
      <p:sp>
        <p:nvSpPr>
          <p:cNvPr id="6" name="TextBox 5">
            <a:extLst>
              <a:ext uri="{FF2B5EF4-FFF2-40B4-BE49-F238E27FC236}">
                <a16:creationId xmlns:a16="http://schemas.microsoft.com/office/drawing/2014/main" id="{13262078-FFAA-E347-C2C6-C0FB00E7651A}"/>
              </a:ext>
            </a:extLst>
          </p:cNvPr>
          <p:cNvSpPr txBox="1"/>
          <p:nvPr/>
        </p:nvSpPr>
        <p:spPr>
          <a:xfrm>
            <a:off x="5137023" y="3553550"/>
            <a:ext cx="6778849"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200" b="1" i="0" u="sng" strike="noStrike" kern="1200" cap="none" spc="0" normalizeH="0" baseline="0" noProof="0">
                <a:ln>
                  <a:noFill/>
                </a:ln>
                <a:solidFill>
                  <a:prstClr val="white"/>
                </a:solidFill>
                <a:effectLst/>
                <a:uLnTx/>
                <a:uFillTx/>
                <a:latin typeface="Aptos" panose="020B0004020202020204"/>
                <a:ea typeface="+mn-ea"/>
                <a:cs typeface="Segoe UI"/>
              </a:rPr>
              <a:t>This is due to the more business/serious oriented nature of having to book the experience instead of the more dynamic and atmospheric feel of the rest of the website.</a:t>
            </a:r>
          </a:p>
        </p:txBody>
      </p:sp>
      <p:sp>
        <p:nvSpPr>
          <p:cNvPr id="9" name="Title 1">
            <a:extLst>
              <a:ext uri="{FF2B5EF4-FFF2-40B4-BE49-F238E27FC236}">
                <a16:creationId xmlns:a16="http://schemas.microsoft.com/office/drawing/2014/main" id="{CC3E5DEC-B2EA-29A8-8D20-981A73E0FBA1}"/>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GB" sz="2800" b="0" i="0" u="none" strike="noStrike" kern="1200" cap="none" spc="0" normalizeH="0" baseline="0" noProof="0">
                <a:ln>
                  <a:noFill/>
                </a:ln>
                <a:solidFill>
                  <a:prstClr val="white"/>
                </a:solidFill>
                <a:effectLst/>
                <a:uLnTx/>
                <a:uFillTx/>
                <a:latin typeface="Aptos Display" panose="020F0302020204030204"/>
                <a:ea typeface="+mj-ea"/>
                <a:cs typeface="+mj-cs"/>
              </a:rPr>
              <a:t>Design Decisions</a:t>
            </a:r>
            <a:endParaRPr kumimoji="0" lang="en-US" sz="2800" b="0" i="0" u="none" strike="noStrike" kern="1200" cap="none" spc="0" normalizeH="0" baseline="0" noProof="0">
              <a:ln>
                <a:noFill/>
              </a:ln>
              <a:solidFill>
                <a:prstClr val="white"/>
              </a:solidFill>
              <a:effectLst/>
              <a:uLnTx/>
              <a:uFillTx/>
              <a:latin typeface="Aptos Display" panose="020F0302020204030204"/>
              <a:ea typeface="+mj-ea"/>
              <a:cs typeface="+mj-cs"/>
            </a:endParaRPr>
          </a:p>
        </p:txBody>
      </p:sp>
      <p:pic>
        <p:nvPicPr>
          <p:cNvPr id="10" name="Picture 9">
            <a:extLst>
              <a:ext uri="{FF2B5EF4-FFF2-40B4-BE49-F238E27FC236}">
                <a16:creationId xmlns:a16="http://schemas.microsoft.com/office/drawing/2014/main" id="{5C3423A9-AB77-8994-AEBD-66B102165079}"/>
              </a:ext>
            </a:extLst>
          </p:cNvPr>
          <p:cNvPicPr>
            <a:picLocks noChangeAspect="1"/>
          </p:cNvPicPr>
          <p:nvPr/>
        </p:nvPicPr>
        <p:blipFill>
          <a:blip r:embed="rId2"/>
          <a:srcRect/>
          <a:stretch/>
        </p:blipFill>
        <p:spPr>
          <a:xfrm>
            <a:off x="256913" y="249253"/>
            <a:ext cx="4314494" cy="6351285"/>
          </a:xfrm>
          <a:prstGeom prst="rect">
            <a:avLst/>
          </a:prstGeom>
        </p:spPr>
      </p:pic>
    </p:spTree>
    <p:extLst>
      <p:ext uri="{BB962C8B-B14F-4D97-AF65-F5344CB8AC3E}">
        <p14:creationId xmlns:p14="http://schemas.microsoft.com/office/powerpoint/2010/main" val="26577355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A5EF3-5AE1-81D5-F320-227148A5E6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4AF4E0-BB84-616B-8D30-27B81876491D}"/>
              </a:ext>
            </a:extLst>
          </p:cNvPr>
          <p:cNvSpPr>
            <a:spLocks noGrp="1"/>
          </p:cNvSpPr>
          <p:nvPr>
            <p:ph type="title"/>
          </p:nvPr>
        </p:nvSpPr>
        <p:spPr/>
        <p:txBody>
          <a:bodyPr>
            <a:normAutofit/>
          </a:bodyPr>
          <a:lstStyle/>
          <a:p>
            <a:pPr algn="ctr"/>
            <a:r>
              <a:rPr lang="en-GB" sz="2800">
                <a:solidFill>
                  <a:schemeClr val="bg1"/>
                </a:solidFill>
              </a:rPr>
              <a:t>Design Decisions</a:t>
            </a:r>
            <a:endParaRPr lang="en-US" sz="2800">
              <a:solidFill>
                <a:schemeClr val="bg1"/>
              </a:solidFill>
            </a:endParaRPr>
          </a:p>
        </p:txBody>
      </p:sp>
      <p:sp>
        <p:nvSpPr>
          <p:cNvPr id="3" name="Content Placeholder 2">
            <a:extLst>
              <a:ext uri="{FF2B5EF4-FFF2-40B4-BE49-F238E27FC236}">
                <a16:creationId xmlns:a16="http://schemas.microsoft.com/office/drawing/2014/main" id="{CB7B7A61-5D1F-4939-A55D-0D21FF8E6A6E}"/>
              </a:ext>
            </a:extLst>
          </p:cNvPr>
          <p:cNvSpPr>
            <a:spLocks noGrp="1"/>
          </p:cNvSpPr>
          <p:nvPr>
            <p:ph idx="1"/>
          </p:nvPr>
        </p:nvSpPr>
        <p:spPr>
          <a:xfrm>
            <a:off x="-1083293" y="1423059"/>
            <a:ext cx="8330241" cy="943903"/>
          </a:xfrm>
        </p:spPr>
        <p:txBody>
          <a:bodyPr vert="horz" lIns="91440" tIns="45720" rIns="91440" bIns="45720" rtlCol="0" anchor="t">
            <a:normAutofit/>
          </a:bodyPr>
          <a:lstStyle/>
          <a:p>
            <a:pPr marL="0" indent="0" algn="ctr">
              <a:buNone/>
            </a:pPr>
            <a:r>
              <a:rPr lang="en-GB" sz="3600" u="sng">
                <a:solidFill>
                  <a:schemeClr val="bg1"/>
                </a:solidFill>
              </a:rPr>
              <a:t>Review Page</a:t>
            </a:r>
            <a:endParaRPr lang="en-US" u="sng">
              <a:solidFill>
                <a:schemeClr val="bg1"/>
              </a:solidFill>
            </a:endParaRPr>
          </a:p>
        </p:txBody>
      </p:sp>
      <p:sp>
        <p:nvSpPr>
          <p:cNvPr id="4" name="TextBox 3">
            <a:extLst>
              <a:ext uri="{FF2B5EF4-FFF2-40B4-BE49-F238E27FC236}">
                <a16:creationId xmlns:a16="http://schemas.microsoft.com/office/drawing/2014/main" id="{110B76DA-EA2E-3763-7314-DA3BFD9A0B60}"/>
              </a:ext>
            </a:extLst>
          </p:cNvPr>
          <p:cNvSpPr txBox="1"/>
          <p:nvPr/>
        </p:nvSpPr>
        <p:spPr>
          <a:xfrm>
            <a:off x="312750" y="2457051"/>
            <a:ext cx="6934198" cy="14248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GB" sz="3200" b="1" i="0" u="sng" strike="noStrike" kern="1200" cap="none" spc="0" normalizeH="0" baseline="0" noProof="0">
                <a:ln>
                  <a:noFill/>
                </a:ln>
                <a:solidFill>
                  <a:prstClr val="white"/>
                </a:solidFill>
                <a:effectLst/>
                <a:uLnTx/>
                <a:uFillTx/>
                <a:latin typeface="Aptos" panose="020B0004020202020204"/>
                <a:ea typeface="+mn-ea"/>
                <a:cs typeface="+mn-cs"/>
              </a:rPr>
              <a:t>I chose to split the review page into 3 parts, username, description and star rating.</a:t>
            </a:r>
            <a:endParaRPr kumimoji="0" lang="en-US" sz="3200" b="1" i="0" u="sng"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7" name="Picture 6">
            <a:extLst>
              <a:ext uri="{FF2B5EF4-FFF2-40B4-BE49-F238E27FC236}">
                <a16:creationId xmlns:a16="http://schemas.microsoft.com/office/drawing/2014/main" id="{0E383494-9526-73ED-7972-39D744C49CD2}"/>
              </a:ext>
            </a:extLst>
          </p:cNvPr>
          <p:cNvPicPr>
            <a:picLocks noChangeAspect="1"/>
          </p:cNvPicPr>
          <p:nvPr/>
        </p:nvPicPr>
        <p:blipFill>
          <a:blip r:embed="rId2"/>
          <a:srcRect t="1874"/>
          <a:stretch/>
        </p:blipFill>
        <p:spPr>
          <a:xfrm>
            <a:off x="7619479" y="365125"/>
            <a:ext cx="4259771" cy="6216631"/>
          </a:xfrm>
          <a:prstGeom prst="rect">
            <a:avLst/>
          </a:prstGeom>
        </p:spPr>
      </p:pic>
      <p:sp>
        <p:nvSpPr>
          <p:cNvPr id="8" name="TextBox 7">
            <a:extLst>
              <a:ext uri="{FF2B5EF4-FFF2-40B4-BE49-F238E27FC236}">
                <a16:creationId xmlns:a16="http://schemas.microsoft.com/office/drawing/2014/main" id="{FDBF3D98-8843-CED4-FF16-4EDBA31CD184}"/>
              </a:ext>
            </a:extLst>
          </p:cNvPr>
          <p:cNvSpPr txBox="1"/>
          <p:nvPr/>
        </p:nvSpPr>
        <p:spPr>
          <a:xfrm>
            <a:off x="312750" y="4722534"/>
            <a:ext cx="6934198" cy="8704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GB" sz="2800" b="0" i="0" u="none" strike="noStrike" kern="1200" cap="none" spc="0" normalizeH="0" baseline="0" noProof="0">
                <a:ln>
                  <a:noFill/>
                </a:ln>
                <a:solidFill>
                  <a:prstClr val="white"/>
                </a:solidFill>
                <a:effectLst/>
                <a:uLnTx/>
                <a:uFillTx/>
                <a:latin typeface="Aptos" panose="020B0004020202020204"/>
                <a:ea typeface="+mn-ea"/>
                <a:cs typeface="+mn-cs"/>
              </a:rPr>
              <a:t>I chose to split the review page into 3 parts, username, description and star rating.</a:t>
            </a:r>
            <a:endParaRPr kumimoji="0" lang="en-US" sz="2800" b="0" i="0" u="none" strike="noStrike" kern="1200" cap="none" spc="0" normalizeH="0" baseline="0" noProof="0">
              <a:ln>
                <a:noFill/>
              </a:ln>
              <a:solidFill>
                <a:prstClr val="white"/>
              </a:solidFill>
              <a:effectLst/>
              <a:uLnTx/>
              <a:uFillTx/>
              <a:latin typeface="Aptos" panose="020B0004020202020204"/>
              <a:ea typeface="+mn-ea"/>
              <a:cs typeface="+mn-cs"/>
            </a:endParaRPr>
          </a:p>
        </p:txBody>
      </p:sp>
    </p:spTree>
    <p:extLst>
      <p:ext uri="{BB962C8B-B14F-4D97-AF65-F5344CB8AC3E}">
        <p14:creationId xmlns:p14="http://schemas.microsoft.com/office/powerpoint/2010/main" val="26161788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4D293-3621-C426-248B-1789C4E248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762EEA-9FB2-6234-829F-DCD22CA6DC88}"/>
              </a:ext>
            </a:extLst>
          </p:cNvPr>
          <p:cNvSpPr>
            <a:spLocks noGrp="1"/>
          </p:cNvSpPr>
          <p:nvPr>
            <p:ph type="title"/>
          </p:nvPr>
        </p:nvSpPr>
        <p:spPr/>
        <p:txBody>
          <a:bodyPr>
            <a:normAutofit/>
          </a:bodyPr>
          <a:lstStyle/>
          <a:p>
            <a:pPr algn="ctr"/>
            <a:r>
              <a:rPr lang="en-GB" sz="2800">
                <a:solidFill>
                  <a:schemeClr val="bg1"/>
                </a:solidFill>
              </a:rPr>
              <a:t>Design Decisions</a:t>
            </a:r>
            <a:endParaRPr lang="en-US" sz="2800">
              <a:solidFill>
                <a:schemeClr val="bg1"/>
              </a:solidFill>
            </a:endParaRPr>
          </a:p>
        </p:txBody>
      </p:sp>
      <p:sp>
        <p:nvSpPr>
          <p:cNvPr id="3" name="Content Placeholder 2">
            <a:extLst>
              <a:ext uri="{FF2B5EF4-FFF2-40B4-BE49-F238E27FC236}">
                <a16:creationId xmlns:a16="http://schemas.microsoft.com/office/drawing/2014/main" id="{7A82DB83-E03D-1686-BE6B-B452393C5C15}"/>
              </a:ext>
            </a:extLst>
          </p:cNvPr>
          <p:cNvSpPr>
            <a:spLocks noGrp="1"/>
          </p:cNvSpPr>
          <p:nvPr>
            <p:ph idx="1"/>
          </p:nvPr>
        </p:nvSpPr>
        <p:spPr>
          <a:xfrm>
            <a:off x="-1083293" y="1423059"/>
            <a:ext cx="8330241" cy="943903"/>
          </a:xfrm>
        </p:spPr>
        <p:txBody>
          <a:bodyPr vert="horz" lIns="91440" tIns="45720" rIns="91440" bIns="45720" rtlCol="0" anchor="t">
            <a:normAutofit/>
          </a:bodyPr>
          <a:lstStyle/>
          <a:p>
            <a:pPr marL="0" indent="0" algn="ctr">
              <a:buNone/>
            </a:pPr>
            <a:r>
              <a:rPr lang="en-GB" sz="3600" u="sng">
                <a:solidFill>
                  <a:schemeClr val="bg1"/>
                </a:solidFill>
              </a:rPr>
              <a:t>Review Page</a:t>
            </a:r>
            <a:endParaRPr lang="en-US" u="sng">
              <a:solidFill>
                <a:schemeClr val="bg1"/>
              </a:solidFill>
            </a:endParaRPr>
          </a:p>
        </p:txBody>
      </p:sp>
      <p:sp>
        <p:nvSpPr>
          <p:cNvPr id="4" name="TextBox 3">
            <a:extLst>
              <a:ext uri="{FF2B5EF4-FFF2-40B4-BE49-F238E27FC236}">
                <a16:creationId xmlns:a16="http://schemas.microsoft.com/office/drawing/2014/main" id="{1206ED7E-8CEB-5EFD-9CD7-A635D624ECF6}"/>
              </a:ext>
            </a:extLst>
          </p:cNvPr>
          <p:cNvSpPr txBox="1"/>
          <p:nvPr/>
        </p:nvSpPr>
        <p:spPr>
          <a:xfrm>
            <a:off x="312750" y="2457051"/>
            <a:ext cx="6934198" cy="8704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GB" sz="2800" b="0" i="0" u="none" strike="noStrike" kern="1200" cap="none" spc="0" normalizeH="0" baseline="0" noProof="0">
                <a:ln>
                  <a:noFill/>
                </a:ln>
                <a:solidFill>
                  <a:prstClr val="white">
                    <a:lumMod val="75000"/>
                  </a:prstClr>
                </a:solidFill>
                <a:effectLst/>
                <a:uLnTx/>
                <a:uFillTx/>
                <a:latin typeface="Aptos" panose="020B0004020202020204"/>
                <a:ea typeface="+mn-ea"/>
                <a:cs typeface="+mn-cs"/>
              </a:rPr>
              <a:t>I chose to split the review page into 3 parts, username, description and star rating.</a:t>
            </a:r>
            <a:endParaRPr kumimoji="0" lang="en-US" sz="2800" b="0" i="0" u="none" strike="noStrike" kern="1200" cap="none" spc="0" normalizeH="0" baseline="0" noProof="0">
              <a:ln>
                <a:noFill/>
              </a:ln>
              <a:solidFill>
                <a:prstClr val="white">
                  <a:lumMod val="75000"/>
                </a:prstClr>
              </a:solidFill>
              <a:effectLst/>
              <a:uLnTx/>
              <a:uFillTx/>
              <a:latin typeface="Aptos" panose="020B0004020202020204"/>
              <a:ea typeface="+mn-ea"/>
              <a:cs typeface="+mn-cs"/>
            </a:endParaRPr>
          </a:p>
        </p:txBody>
      </p:sp>
      <p:pic>
        <p:nvPicPr>
          <p:cNvPr id="7" name="Picture 6">
            <a:extLst>
              <a:ext uri="{FF2B5EF4-FFF2-40B4-BE49-F238E27FC236}">
                <a16:creationId xmlns:a16="http://schemas.microsoft.com/office/drawing/2014/main" id="{81E97212-8D84-3E7D-F298-30C5CE2457BF}"/>
              </a:ext>
            </a:extLst>
          </p:cNvPr>
          <p:cNvPicPr>
            <a:picLocks noChangeAspect="1"/>
          </p:cNvPicPr>
          <p:nvPr/>
        </p:nvPicPr>
        <p:blipFill>
          <a:blip r:embed="rId2"/>
          <a:srcRect t="1874"/>
          <a:stretch/>
        </p:blipFill>
        <p:spPr>
          <a:xfrm>
            <a:off x="7619479" y="365125"/>
            <a:ext cx="4259771" cy="6216631"/>
          </a:xfrm>
          <a:prstGeom prst="rect">
            <a:avLst/>
          </a:prstGeom>
        </p:spPr>
      </p:pic>
      <p:sp>
        <p:nvSpPr>
          <p:cNvPr id="8" name="TextBox 7">
            <a:extLst>
              <a:ext uri="{FF2B5EF4-FFF2-40B4-BE49-F238E27FC236}">
                <a16:creationId xmlns:a16="http://schemas.microsoft.com/office/drawing/2014/main" id="{08CCBE8D-74B2-37FD-54A6-E9FFB37B6D62}"/>
              </a:ext>
            </a:extLst>
          </p:cNvPr>
          <p:cNvSpPr txBox="1"/>
          <p:nvPr/>
        </p:nvSpPr>
        <p:spPr>
          <a:xfrm>
            <a:off x="312750" y="4722534"/>
            <a:ext cx="6934198" cy="14248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GB" sz="3200" b="1" i="0" u="sng" strike="noStrike" kern="1200" cap="none" spc="0" normalizeH="0" baseline="0" noProof="0">
                <a:ln>
                  <a:noFill/>
                </a:ln>
                <a:solidFill>
                  <a:prstClr val="white"/>
                </a:solidFill>
                <a:effectLst/>
                <a:uLnTx/>
                <a:uFillTx/>
                <a:latin typeface="Aptos" panose="020B0004020202020204"/>
                <a:ea typeface="+mn-ea"/>
                <a:cs typeface="+mn-cs"/>
              </a:rPr>
              <a:t>I chose to split the review page into 3 parts, username, description and star rating.</a:t>
            </a:r>
            <a:endParaRPr kumimoji="0" lang="en-US" sz="3200" b="1" i="0" u="sng" strike="noStrike" kern="1200" cap="none" spc="0" normalizeH="0" baseline="0" noProof="0">
              <a:ln>
                <a:noFill/>
              </a:ln>
              <a:solidFill>
                <a:prstClr val="white"/>
              </a:solidFill>
              <a:effectLst/>
              <a:uLnTx/>
              <a:uFillTx/>
              <a:latin typeface="Aptos" panose="020B0004020202020204"/>
              <a:ea typeface="+mn-ea"/>
              <a:cs typeface="+mn-cs"/>
            </a:endParaRPr>
          </a:p>
        </p:txBody>
      </p:sp>
    </p:spTree>
    <p:extLst>
      <p:ext uri="{BB962C8B-B14F-4D97-AF65-F5344CB8AC3E}">
        <p14:creationId xmlns:p14="http://schemas.microsoft.com/office/powerpoint/2010/main" val="41374061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4429E-4DB5-6F19-9265-E28C63666E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2DDCB4-757B-FD4D-C47B-0F725C3861C2}"/>
              </a:ext>
            </a:extLst>
          </p:cNvPr>
          <p:cNvSpPr>
            <a:spLocks noGrp="1"/>
          </p:cNvSpPr>
          <p:nvPr>
            <p:ph type="title"/>
          </p:nvPr>
        </p:nvSpPr>
        <p:spPr/>
        <p:txBody>
          <a:bodyPr>
            <a:normAutofit/>
          </a:bodyPr>
          <a:lstStyle/>
          <a:p>
            <a:pPr algn="ctr"/>
            <a:r>
              <a:rPr lang="en-GB" sz="2800">
                <a:solidFill>
                  <a:schemeClr val="bg1"/>
                </a:solidFill>
              </a:rPr>
              <a:t>Design Decisions</a:t>
            </a:r>
            <a:endParaRPr lang="en-US" sz="2800">
              <a:solidFill>
                <a:schemeClr val="bg1"/>
              </a:solidFill>
            </a:endParaRPr>
          </a:p>
        </p:txBody>
      </p:sp>
      <p:sp>
        <p:nvSpPr>
          <p:cNvPr id="3" name="Content Placeholder 2">
            <a:extLst>
              <a:ext uri="{FF2B5EF4-FFF2-40B4-BE49-F238E27FC236}">
                <a16:creationId xmlns:a16="http://schemas.microsoft.com/office/drawing/2014/main" id="{07F07910-1974-3D72-1AF5-5E3754066A6E}"/>
              </a:ext>
            </a:extLst>
          </p:cNvPr>
          <p:cNvSpPr>
            <a:spLocks noGrp="1"/>
          </p:cNvSpPr>
          <p:nvPr>
            <p:ph idx="1"/>
          </p:nvPr>
        </p:nvSpPr>
        <p:spPr>
          <a:xfrm>
            <a:off x="-1167310" y="1472870"/>
            <a:ext cx="8330241" cy="943903"/>
          </a:xfrm>
        </p:spPr>
        <p:txBody>
          <a:bodyPr vert="horz" lIns="91440" tIns="45720" rIns="91440" bIns="45720" rtlCol="0" anchor="t">
            <a:normAutofit fontScale="92500" lnSpcReduction="20000"/>
          </a:bodyPr>
          <a:lstStyle/>
          <a:p>
            <a:pPr marL="0" indent="0" algn="ctr">
              <a:buNone/>
            </a:pPr>
            <a:r>
              <a:rPr lang="en-GB" sz="3200" u="sng">
                <a:solidFill>
                  <a:schemeClr val="bg1"/>
                </a:solidFill>
              </a:rPr>
              <a:t>Devon Dive Adventures</a:t>
            </a:r>
          </a:p>
          <a:p>
            <a:pPr marL="0" indent="0" algn="ctr">
              <a:buNone/>
            </a:pPr>
            <a:r>
              <a:rPr lang="en-GB" sz="3200" u="sng">
                <a:solidFill>
                  <a:schemeClr val="bg1"/>
                </a:solidFill>
              </a:rPr>
              <a:t>Logo</a:t>
            </a:r>
            <a:endParaRPr lang="en-US" sz="3200" u="sng">
              <a:solidFill>
                <a:schemeClr val="bg1"/>
              </a:solidFill>
            </a:endParaRPr>
          </a:p>
        </p:txBody>
      </p:sp>
      <p:sp>
        <p:nvSpPr>
          <p:cNvPr id="6" name="TextBox 5">
            <a:extLst>
              <a:ext uri="{FF2B5EF4-FFF2-40B4-BE49-F238E27FC236}">
                <a16:creationId xmlns:a16="http://schemas.microsoft.com/office/drawing/2014/main" id="{8513FBEE-064F-EC26-044C-50B1A9D236CE}"/>
              </a:ext>
            </a:extLst>
          </p:cNvPr>
          <p:cNvSpPr txBox="1"/>
          <p:nvPr/>
        </p:nvSpPr>
        <p:spPr>
          <a:xfrm>
            <a:off x="0" y="2482235"/>
            <a:ext cx="5661803"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a:ln>
                  <a:noFill/>
                </a:ln>
                <a:solidFill>
                  <a:srgbClr val="FFFFFF"/>
                </a:solidFill>
                <a:effectLst/>
                <a:uLnTx/>
                <a:uFillTx/>
                <a:latin typeface="Aptos" panose="020B0004020202020204"/>
                <a:ea typeface="+mn-ea"/>
                <a:cs typeface="Segoe UI"/>
              </a:rPr>
              <a:t>The logo</a:t>
            </a:r>
            <a:r>
              <a:rPr kumimoji="0" lang="en-GB" sz="3600" b="0" i="0" u="none" strike="noStrike" kern="1200" cap="none" spc="0" normalizeH="0" noProof="0">
                <a:ln>
                  <a:noFill/>
                </a:ln>
                <a:solidFill>
                  <a:srgbClr val="FFFFFF"/>
                </a:solidFill>
                <a:effectLst/>
                <a:uLnTx/>
                <a:uFillTx/>
                <a:latin typeface="Aptos" panose="020B0004020202020204"/>
                <a:ea typeface="+mn-ea"/>
                <a:cs typeface="Segoe UI"/>
              </a:rPr>
              <a:t> went through a few changes however this was the final concept.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3600" b="0" i="0" u="none" strike="noStrike" kern="1200" cap="none" spc="0" normalizeH="0" noProof="0">
              <a:ln>
                <a:noFill/>
              </a:ln>
              <a:solidFill>
                <a:srgbClr val="FFFFFF"/>
              </a:solidFill>
              <a:effectLst/>
              <a:uLnTx/>
              <a:uFillTx/>
              <a:latin typeface="Aptos" panose="020B0004020202020204"/>
              <a:ea typeface="+mn-ea"/>
              <a:cs typeface="Segoe UI"/>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3600" baseline="0">
                <a:solidFill>
                  <a:srgbClr val="FFFFFF"/>
                </a:solidFill>
                <a:latin typeface="Aptos" panose="020B0004020202020204"/>
                <a:cs typeface="Segoe UI"/>
              </a:rPr>
              <a:t>The</a:t>
            </a:r>
            <a:r>
              <a:rPr lang="en-GB" sz="3600">
                <a:solidFill>
                  <a:srgbClr val="FFFFFF"/>
                </a:solidFill>
                <a:latin typeface="Aptos" panose="020B0004020202020204"/>
                <a:cs typeface="Segoe UI"/>
              </a:rPr>
              <a:t> 2 waves make the shape of 2 D’s and a diver makes part of the A.</a:t>
            </a:r>
            <a:endParaRPr kumimoji="0" lang="en-GB" sz="3600" b="0" i="0" u="none" strike="noStrike" kern="1200" cap="none" spc="0" normalizeH="0" baseline="0" noProof="0">
              <a:ln>
                <a:noFill/>
              </a:ln>
              <a:solidFill>
                <a:srgbClr val="FFFFFF"/>
              </a:solidFill>
              <a:effectLst/>
              <a:uLnTx/>
              <a:uFillTx/>
              <a:latin typeface="Aptos" panose="020B0004020202020204"/>
              <a:ea typeface="+mn-ea"/>
              <a:cs typeface="Segoe UI"/>
            </a:endParaRPr>
          </a:p>
        </p:txBody>
      </p:sp>
      <p:pic>
        <p:nvPicPr>
          <p:cNvPr id="5" name="Picture 4" descr="A blue object with a blue object in the middle&#10;&#10;AI-generated content may be incorrect.">
            <a:extLst>
              <a:ext uri="{FF2B5EF4-FFF2-40B4-BE49-F238E27FC236}">
                <a16:creationId xmlns:a16="http://schemas.microsoft.com/office/drawing/2014/main" id="{493AA91E-E1B7-163B-75A7-B9DEAF419D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61803" y="3608802"/>
            <a:ext cx="6306760" cy="3080341"/>
          </a:xfrm>
          <a:prstGeom prst="rect">
            <a:avLst/>
          </a:prstGeom>
        </p:spPr>
      </p:pic>
      <p:pic>
        <p:nvPicPr>
          <p:cNvPr id="8" name="Picture 7" descr="A child's drawing of a brain&#10;&#10;AI-generated content may be incorrect.">
            <a:extLst>
              <a:ext uri="{FF2B5EF4-FFF2-40B4-BE49-F238E27FC236}">
                <a16:creationId xmlns:a16="http://schemas.microsoft.com/office/drawing/2014/main" id="{94D3EC78-ABEF-546F-0C46-453903B1F7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2160" y="1432425"/>
            <a:ext cx="6116403" cy="1668110"/>
          </a:xfrm>
          <a:prstGeom prst="rect">
            <a:avLst/>
          </a:prstGeom>
        </p:spPr>
      </p:pic>
    </p:spTree>
    <p:extLst>
      <p:ext uri="{BB962C8B-B14F-4D97-AF65-F5344CB8AC3E}">
        <p14:creationId xmlns:p14="http://schemas.microsoft.com/office/powerpoint/2010/main" val="3905333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iterate type="wd">
                                    <p:tmAbs val="25"/>
                                  </p:iterate>
                                  <p:childTnLst>
                                    <p:set>
                                      <p:cBhvr override="childStyle">
                                        <p:cTn id="6" dur="indefinite"/>
                                        <p:tgtEl>
                                          <p:spTgt spid="6">
                                            <p:txEl>
                                              <p:pRg st="0" end="0"/>
                                            </p:txEl>
                                          </p:spTgt>
                                        </p:tgtEl>
                                        <p:attrNameLst>
                                          <p:attrName>style.fontWeight</p:attrName>
                                        </p:attrNameLst>
                                      </p:cBhvr>
                                      <p:to>
                                        <p:strVal val="bold"/>
                                      </p:to>
                                    </p:set>
                                  </p:childTnLst>
                                </p:cTn>
                              </p:par>
                            </p:childTnLst>
                          </p:cTn>
                        </p:par>
                      </p:childTnLst>
                    </p:cTn>
                  </p:par>
                  <p:par>
                    <p:cTn id="7" fill="hold">
                      <p:stCondLst>
                        <p:cond delay="indefinite"/>
                      </p:stCondLst>
                      <p:childTnLst>
                        <p:par>
                          <p:cTn id="8" fill="hold">
                            <p:stCondLst>
                              <p:cond delay="0"/>
                            </p:stCondLst>
                            <p:childTnLst>
                              <p:par>
                                <p:cTn id="9" presetID="15" presetClass="emph" presetSubtype="0" nodeType="clickEffect">
                                  <p:stCondLst>
                                    <p:cond delay="0"/>
                                  </p:stCondLst>
                                  <p:iterate type="wd">
                                    <p:tmAbs val="25"/>
                                  </p:iterate>
                                  <p:childTnLst>
                                    <p:set>
                                      <p:cBhvr override="childStyle">
                                        <p:cTn id="10" dur="indefinite"/>
                                        <p:tgtEl>
                                          <p:spTgt spid="6">
                                            <p:txEl>
                                              <p:pRg st="2" end="2"/>
                                            </p:txEl>
                                          </p:spTgt>
                                        </p:tgtEl>
                                        <p:attrNameLst>
                                          <p:attrName>style.fontWeight</p:attrName>
                                        </p:attrNameLst>
                                      </p:cBhvr>
                                      <p:to>
                                        <p:strVal val="bold"/>
                                      </p:to>
                                    </p:set>
                                  </p:childTnLst>
                                </p:cTn>
                              </p:par>
                              <p:par>
                                <p:cTn id="11" presetID="18" presetClass="emph" presetSubtype="0" fill="hold" nodeType="withEffect">
                                  <p:stCondLst>
                                    <p:cond delay="0"/>
                                  </p:stCondLst>
                                  <p:iterate type="wd">
                                    <p:tmPct val="4000"/>
                                  </p:iterate>
                                  <p:childTnLst>
                                    <p:set>
                                      <p:cBhvr override="childStyle">
                                        <p:cTn id="12" dur="500" fill="hold"/>
                                        <p:tgtEl>
                                          <p:spTgt spid="6">
                                            <p:txEl>
                                              <p:pRg st="0" end="0"/>
                                            </p:txEl>
                                          </p:spTgt>
                                        </p:tgtEl>
                                        <p:attrNameLst>
                                          <p:attrName>style.textDecorationUnderline</p:attrName>
                                        </p:attrNameLst>
                                      </p:cBhvr>
                                      <p:to>
                                        <p:strVal val="true"/>
                                      </p:to>
                                    </p:set>
                                  </p:childTnLst>
                                </p:cTn>
                              </p:par>
                              <p:par>
                                <p:cTn id="13" presetID="18" presetClass="emph" presetSubtype="0" fill="hold" nodeType="withEffect">
                                  <p:stCondLst>
                                    <p:cond delay="0"/>
                                  </p:stCondLst>
                                  <p:iterate type="wd">
                                    <p:tmPct val="4000"/>
                                  </p:iterate>
                                  <p:childTnLst>
                                    <p:set>
                                      <p:cBhvr override="childStyle">
                                        <p:cTn id="14" dur="500" fill="hold"/>
                                        <p:tgtEl>
                                          <p:spTgt spid="6">
                                            <p:txEl>
                                              <p:pRg st="2" end="2"/>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BFC9A-202C-7375-FC0D-09D9EA86B8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0132CB-ECE4-67EC-7C92-980D1ACBFCD7}"/>
              </a:ext>
            </a:extLst>
          </p:cNvPr>
          <p:cNvSpPr>
            <a:spLocks noGrp="1"/>
          </p:cNvSpPr>
          <p:nvPr>
            <p:ph type="title"/>
          </p:nvPr>
        </p:nvSpPr>
        <p:spPr/>
        <p:txBody>
          <a:bodyPr>
            <a:normAutofit/>
          </a:bodyPr>
          <a:lstStyle/>
          <a:p>
            <a:pPr algn="ctr"/>
            <a:r>
              <a:rPr lang="en-GB" sz="2800">
                <a:solidFill>
                  <a:schemeClr val="bg1"/>
                </a:solidFill>
              </a:rPr>
              <a:t>Extra Considerations</a:t>
            </a:r>
            <a:endParaRPr lang="en-US" sz="2800">
              <a:solidFill>
                <a:schemeClr val="bg1"/>
              </a:solidFill>
            </a:endParaRPr>
          </a:p>
        </p:txBody>
      </p:sp>
      <p:sp>
        <p:nvSpPr>
          <p:cNvPr id="3" name="Content Placeholder 2">
            <a:extLst>
              <a:ext uri="{FF2B5EF4-FFF2-40B4-BE49-F238E27FC236}">
                <a16:creationId xmlns:a16="http://schemas.microsoft.com/office/drawing/2014/main" id="{08528BB9-20CE-4B79-6FC9-7896AABD37B2}"/>
              </a:ext>
            </a:extLst>
          </p:cNvPr>
          <p:cNvSpPr>
            <a:spLocks noGrp="1"/>
          </p:cNvSpPr>
          <p:nvPr>
            <p:ph idx="1"/>
          </p:nvPr>
        </p:nvSpPr>
        <p:spPr>
          <a:xfrm>
            <a:off x="1930879" y="1641272"/>
            <a:ext cx="8330241" cy="943903"/>
          </a:xfrm>
        </p:spPr>
        <p:txBody>
          <a:bodyPr vert="horz" lIns="91440" tIns="45720" rIns="91440" bIns="45720" rtlCol="0" anchor="t">
            <a:normAutofit/>
          </a:bodyPr>
          <a:lstStyle/>
          <a:p>
            <a:pPr marL="0" indent="0" algn="ctr">
              <a:buNone/>
            </a:pPr>
            <a:r>
              <a:rPr lang="en-GB" sz="3200" u="sng">
                <a:solidFill>
                  <a:schemeClr val="bg1"/>
                </a:solidFill>
              </a:rPr>
              <a:t>Miscellaneous Considerations</a:t>
            </a:r>
            <a:endParaRPr lang="en-US" sz="2400" u="sng">
              <a:solidFill>
                <a:schemeClr val="bg1"/>
              </a:solidFill>
            </a:endParaRPr>
          </a:p>
        </p:txBody>
      </p:sp>
      <p:sp>
        <p:nvSpPr>
          <p:cNvPr id="4" name="TextBox 3">
            <a:extLst>
              <a:ext uri="{FF2B5EF4-FFF2-40B4-BE49-F238E27FC236}">
                <a16:creationId xmlns:a16="http://schemas.microsoft.com/office/drawing/2014/main" id="{4B2FE25D-07C4-3B2B-29F8-5494367BED9B}"/>
              </a:ext>
            </a:extLst>
          </p:cNvPr>
          <p:cNvSpPr txBox="1"/>
          <p:nvPr/>
        </p:nvSpPr>
        <p:spPr>
          <a:xfrm>
            <a:off x="74763" y="3169157"/>
            <a:ext cx="6021236" cy="14248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GB" sz="3200" b="1" i="0" u="sng" strike="noStrike" kern="1200" cap="none" spc="0" normalizeH="0" baseline="0" noProof="0">
                <a:ln>
                  <a:noFill/>
                </a:ln>
                <a:solidFill>
                  <a:prstClr val="white"/>
                </a:solidFill>
                <a:effectLst/>
                <a:uLnTx/>
                <a:uFillTx/>
                <a:latin typeface="Aptos" panose="020B0004020202020204"/>
                <a:ea typeface="+mn-ea"/>
                <a:cs typeface="+mn-cs"/>
              </a:rPr>
              <a:t>The web page designs have plenty of whitespace along the sides of the pages</a:t>
            </a:r>
            <a:endParaRPr kumimoji="0" lang="en-US" sz="3200" b="1" i="0" u="sng"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6" name="TextBox 5">
            <a:extLst>
              <a:ext uri="{FF2B5EF4-FFF2-40B4-BE49-F238E27FC236}">
                <a16:creationId xmlns:a16="http://schemas.microsoft.com/office/drawing/2014/main" id="{3EC9F677-0EB4-4DB4-FE50-60AFABBF70D2}"/>
              </a:ext>
            </a:extLst>
          </p:cNvPr>
          <p:cNvSpPr txBox="1"/>
          <p:nvPr/>
        </p:nvSpPr>
        <p:spPr>
          <a:xfrm>
            <a:off x="6095999" y="2931184"/>
            <a:ext cx="5661803"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a:ln>
                  <a:noFill/>
                </a:ln>
                <a:solidFill>
                  <a:prstClr val="white">
                    <a:lumMod val="76000"/>
                  </a:prstClr>
                </a:solidFill>
                <a:effectLst/>
                <a:uLnTx/>
                <a:uFillTx/>
                <a:latin typeface="Aptos" panose="020B0004020202020204"/>
                <a:ea typeface="+mn-ea"/>
                <a:cs typeface="Segoe UI"/>
              </a:rPr>
              <a:t>The intention behind this was to improve how it looks visually as well as catering towards the possibility of future advertisements running within these areas.</a:t>
            </a:r>
          </a:p>
        </p:txBody>
      </p:sp>
    </p:spTree>
    <p:extLst>
      <p:ext uri="{BB962C8B-B14F-4D97-AF65-F5344CB8AC3E}">
        <p14:creationId xmlns:p14="http://schemas.microsoft.com/office/powerpoint/2010/main" val="41107626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E6E53-156B-36AA-5BCD-CAB6E19E1D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47A413-585F-6A10-C27E-D8FAA4BAC80D}"/>
              </a:ext>
            </a:extLst>
          </p:cNvPr>
          <p:cNvSpPr>
            <a:spLocks noGrp="1"/>
          </p:cNvSpPr>
          <p:nvPr>
            <p:ph type="title"/>
          </p:nvPr>
        </p:nvSpPr>
        <p:spPr/>
        <p:txBody>
          <a:bodyPr>
            <a:normAutofit/>
          </a:bodyPr>
          <a:lstStyle/>
          <a:p>
            <a:pPr algn="ctr"/>
            <a:r>
              <a:rPr lang="en-GB" sz="2800">
                <a:solidFill>
                  <a:schemeClr val="bg1"/>
                </a:solidFill>
              </a:rPr>
              <a:t>Extra Considerations</a:t>
            </a:r>
            <a:endParaRPr lang="en-US" sz="2800">
              <a:solidFill>
                <a:schemeClr val="bg1"/>
              </a:solidFill>
            </a:endParaRPr>
          </a:p>
        </p:txBody>
      </p:sp>
      <p:sp>
        <p:nvSpPr>
          <p:cNvPr id="3" name="Content Placeholder 2">
            <a:extLst>
              <a:ext uri="{FF2B5EF4-FFF2-40B4-BE49-F238E27FC236}">
                <a16:creationId xmlns:a16="http://schemas.microsoft.com/office/drawing/2014/main" id="{C540FBF6-1909-4EB9-49E4-AF2ABC00FD48}"/>
              </a:ext>
            </a:extLst>
          </p:cNvPr>
          <p:cNvSpPr>
            <a:spLocks noGrp="1"/>
          </p:cNvSpPr>
          <p:nvPr>
            <p:ph idx="1"/>
          </p:nvPr>
        </p:nvSpPr>
        <p:spPr>
          <a:xfrm>
            <a:off x="1930879" y="1641272"/>
            <a:ext cx="8330241" cy="943903"/>
          </a:xfrm>
        </p:spPr>
        <p:txBody>
          <a:bodyPr vert="horz" lIns="91440" tIns="45720" rIns="91440" bIns="45720" rtlCol="0" anchor="t">
            <a:normAutofit/>
          </a:bodyPr>
          <a:lstStyle/>
          <a:p>
            <a:pPr marL="0" indent="0" algn="ctr">
              <a:buNone/>
            </a:pPr>
            <a:r>
              <a:rPr lang="en-GB" sz="3200" u="sng">
                <a:solidFill>
                  <a:schemeClr val="bg1"/>
                </a:solidFill>
              </a:rPr>
              <a:t>Miscellaneous Considerations</a:t>
            </a:r>
            <a:endParaRPr lang="en-US" sz="2400" u="sng">
              <a:solidFill>
                <a:schemeClr val="bg1"/>
              </a:solidFill>
            </a:endParaRPr>
          </a:p>
        </p:txBody>
      </p:sp>
      <p:sp>
        <p:nvSpPr>
          <p:cNvPr id="4" name="TextBox 3">
            <a:extLst>
              <a:ext uri="{FF2B5EF4-FFF2-40B4-BE49-F238E27FC236}">
                <a16:creationId xmlns:a16="http://schemas.microsoft.com/office/drawing/2014/main" id="{5F9879D7-DFC6-5FE2-A8DC-63963A02F5FB}"/>
              </a:ext>
            </a:extLst>
          </p:cNvPr>
          <p:cNvSpPr txBox="1"/>
          <p:nvPr/>
        </p:nvSpPr>
        <p:spPr>
          <a:xfrm>
            <a:off x="74763" y="3169157"/>
            <a:ext cx="6021236" cy="12582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GB" sz="2800" b="0" i="0" u="none" strike="noStrike" kern="1200" cap="none" spc="0" normalizeH="0" baseline="0" noProof="0">
                <a:ln>
                  <a:noFill/>
                </a:ln>
                <a:solidFill>
                  <a:prstClr val="white">
                    <a:lumMod val="75000"/>
                  </a:prstClr>
                </a:solidFill>
                <a:effectLst/>
                <a:uLnTx/>
                <a:uFillTx/>
                <a:latin typeface="Aptos" panose="020B0004020202020204"/>
                <a:ea typeface="+mn-ea"/>
                <a:cs typeface="+mn-cs"/>
              </a:rPr>
              <a:t>The web page designs have plenty of whitespace along the sides of the pages</a:t>
            </a:r>
            <a:endParaRPr kumimoji="0" lang="en-US" sz="2800" b="0" i="0" u="none" strike="noStrike" kern="1200" cap="none" spc="0" normalizeH="0" baseline="0" noProof="0">
              <a:ln>
                <a:noFill/>
              </a:ln>
              <a:solidFill>
                <a:prstClr val="white">
                  <a:lumMod val="75000"/>
                </a:prstClr>
              </a:solidFill>
              <a:effectLst/>
              <a:uLnTx/>
              <a:uFillTx/>
              <a:latin typeface="Aptos" panose="020B0004020202020204"/>
              <a:ea typeface="+mn-ea"/>
              <a:cs typeface="+mn-cs"/>
            </a:endParaRPr>
          </a:p>
        </p:txBody>
      </p:sp>
      <p:sp>
        <p:nvSpPr>
          <p:cNvPr id="6" name="TextBox 5">
            <a:extLst>
              <a:ext uri="{FF2B5EF4-FFF2-40B4-BE49-F238E27FC236}">
                <a16:creationId xmlns:a16="http://schemas.microsoft.com/office/drawing/2014/main" id="{2022E898-0DC6-093C-9C48-0962A5A71DF5}"/>
              </a:ext>
            </a:extLst>
          </p:cNvPr>
          <p:cNvSpPr txBox="1"/>
          <p:nvPr/>
        </p:nvSpPr>
        <p:spPr>
          <a:xfrm>
            <a:off x="6095999" y="2931184"/>
            <a:ext cx="5661803"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200" b="1" i="0" u="sng" strike="noStrike" kern="1200" cap="none" spc="0" normalizeH="0" baseline="0" noProof="0">
                <a:ln>
                  <a:noFill/>
                </a:ln>
                <a:solidFill>
                  <a:prstClr val="white"/>
                </a:solidFill>
                <a:effectLst/>
                <a:uLnTx/>
                <a:uFillTx/>
                <a:latin typeface="Aptos" panose="020B0004020202020204"/>
                <a:ea typeface="+mn-ea"/>
                <a:cs typeface="Segoe UI"/>
              </a:rPr>
              <a:t>The intention behind this was to improve how it looks visually as well as catering towards the possibility of future advertisements running within these areas.</a:t>
            </a:r>
          </a:p>
        </p:txBody>
      </p:sp>
    </p:spTree>
    <p:extLst>
      <p:ext uri="{BB962C8B-B14F-4D97-AF65-F5344CB8AC3E}">
        <p14:creationId xmlns:p14="http://schemas.microsoft.com/office/powerpoint/2010/main" val="31832902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37B3B-C6E2-5B75-5753-BD34B1B350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CB432E-89ED-E196-6C8D-F99610A3009D}"/>
              </a:ext>
            </a:extLst>
          </p:cNvPr>
          <p:cNvSpPr>
            <a:spLocks noGrp="1"/>
          </p:cNvSpPr>
          <p:nvPr>
            <p:ph type="title"/>
          </p:nvPr>
        </p:nvSpPr>
        <p:spPr/>
        <p:txBody>
          <a:bodyPr>
            <a:normAutofit/>
          </a:bodyPr>
          <a:lstStyle/>
          <a:p>
            <a:pPr algn="ctr"/>
            <a:r>
              <a:rPr lang="en-GB" sz="2800">
                <a:solidFill>
                  <a:schemeClr val="bg1"/>
                </a:solidFill>
              </a:rPr>
              <a:t>Extra Considerations</a:t>
            </a:r>
            <a:endParaRPr lang="en-US" sz="2800">
              <a:solidFill>
                <a:schemeClr val="bg1"/>
              </a:solidFill>
            </a:endParaRPr>
          </a:p>
        </p:txBody>
      </p:sp>
      <p:sp>
        <p:nvSpPr>
          <p:cNvPr id="3" name="Content Placeholder 2">
            <a:extLst>
              <a:ext uri="{FF2B5EF4-FFF2-40B4-BE49-F238E27FC236}">
                <a16:creationId xmlns:a16="http://schemas.microsoft.com/office/drawing/2014/main" id="{29165D37-4C76-D35C-7E5D-140A9699BB4E}"/>
              </a:ext>
            </a:extLst>
          </p:cNvPr>
          <p:cNvSpPr>
            <a:spLocks noGrp="1"/>
          </p:cNvSpPr>
          <p:nvPr>
            <p:ph idx="1"/>
          </p:nvPr>
        </p:nvSpPr>
        <p:spPr>
          <a:xfrm>
            <a:off x="1930879" y="1641272"/>
            <a:ext cx="8330241" cy="943903"/>
          </a:xfrm>
        </p:spPr>
        <p:txBody>
          <a:bodyPr vert="horz" lIns="91440" tIns="45720" rIns="91440" bIns="45720" rtlCol="0" anchor="t">
            <a:normAutofit/>
          </a:bodyPr>
          <a:lstStyle/>
          <a:p>
            <a:pPr marL="0" indent="0" algn="ctr">
              <a:buNone/>
            </a:pPr>
            <a:r>
              <a:rPr lang="en-GB" sz="3200" u="sng">
                <a:solidFill>
                  <a:schemeClr val="bg1"/>
                </a:solidFill>
              </a:rPr>
              <a:t>Miscellaneous Considerations</a:t>
            </a:r>
            <a:endParaRPr lang="en-US" sz="2400" u="sng">
              <a:solidFill>
                <a:schemeClr val="bg1"/>
              </a:solidFill>
            </a:endParaRPr>
          </a:p>
        </p:txBody>
      </p:sp>
      <p:sp>
        <p:nvSpPr>
          <p:cNvPr id="6" name="TextBox 5">
            <a:extLst>
              <a:ext uri="{FF2B5EF4-FFF2-40B4-BE49-F238E27FC236}">
                <a16:creationId xmlns:a16="http://schemas.microsoft.com/office/drawing/2014/main" id="{831773A6-2839-7468-9AB9-45AAB08459EC}"/>
              </a:ext>
            </a:extLst>
          </p:cNvPr>
          <p:cNvSpPr txBox="1"/>
          <p:nvPr/>
        </p:nvSpPr>
        <p:spPr>
          <a:xfrm>
            <a:off x="2902547" y="2966835"/>
            <a:ext cx="6386903"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200" b="1" i="0" u="sng" strike="noStrike" kern="1200" cap="none" spc="0" normalizeH="0" baseline="0" noProof="0">
                <a:ln>
                  <a:noFill/>
                </a:ln>
                <a:solidFill>
                  <a:prstClr val="white"/>
                </a:solidFill>
                <a:effectLst/>
                <a:uLnTx/>
                <a:uFillTx/>
                <a:latin typeface="Aptos" panose="020B0004020202020204"/>
                <a:ea typeface="+mn-ea"/>
                <a:cs typeface="Segoe UI"/>
              </a:rPr>
              <a:t>The whitespace could include some small bubbles to make it blend in better with the aquatic environmental feeling of the website.</a:t>
            </a:r>
          </a:p>
        </p:txBody>
      </p:sp>
      <p:pic>
        <p:nvPicPr>
          <p:cNvPr id="3074" name="Picture 2" descr="Bubbles PNG, Bubbles Transparent Background - FreeIconsPNG">
            <a:extLst>
              <a:ext uri="{FF2B5EF4-FFF2-40B4-BE49-F238E27FC236}">
                <a16:creationId xmlns:a16="http://schemas.microsoft.com/office/drawing/2014/main" id="{E68524F1-AC6E-099E-1A30-DE61F74476C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40800" y="365125"/>
            <a:ext cx="3227317" cy="612775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Bubbles PNG, Bubbles Transparent Background - FreeIconsPNG">
            <a:extLst>
              <a:ext uri="{FF2B5EF4-FFF2-40B4-BE49-F238E27FC236}">
                <a16:creationId xmlns:a16="http://schemas.microsoft.com/office/drawing/2014/main" id="{7F3F9BF9-7991-55F4-241A-206C050775C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a:off x="48525" y="365125"/>
            <a:ext cx="3227317" cy="6127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55055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01A97-58A4-8F18-81D1-9E3C6967B4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805467-78BE-0ADF-E0DF-893EED4A6086}"/>
              </a:ext>
            </a:extLst>
          </p:cNvPr>
          <p:cNvSpPr>
            <a:spLocks noGrp="1"/>
          </p:cNvSpPr>
          <p:nvPr>
            <p:ph type="title"/>
          </p:nvPr>
        </p:nvSpPr>
        <p:spPr/>
        <p:txBody>
          <a:bodyPr>
            <a:normAutofit/>
          </a:bodyPr>
          <a:lstStyle/>
          <a:p>
            <a:pPr algn="ctr"/>
            <a:r>
              <a:rPr lang="en-GB" sz="2800">
                <a:solidFill>
                  <a:schemeClr val="bg1"/>
                </a:solidFill>
              </a:rPr>
              <a:t>Extra Considerations</a:t>
            </a:r>
            <a:endParaRPr lang="en-US" sz="2800">
              <a:solidFill>
                <a:schemeClr val="bg1"/>
              </a:solidFill>
            </a:endParaRPr>
          </a:p>
        </p:txBody>
      </p:sp>
      <p:sp>
        <p:nvSpPr>
          <p:cNvPr id="3" name="Content Placeholder 2">
            <a:extLst>
              <a:ext uri="{FF2B5EF4-FFF2-40B4-BE49-F238E27FC236}">
                <a16:creationId xmlns:a16="http://schemas.microsoft.com/office/drawing/2014/main" id="{2B63B09B-AF10-E296-40EE-D5963B5B7FB4}"/>
              </a:ext>
            </a:extLst>
          </p:cNvPr>
          <p:cNvSpPr>
            <a:spLocks noGrp="1"/>
          </p:cNvSpPr>
          <p:nvPr>
            <p:ph idx="1"/>
          </p:nvPr>
        </p:nvSpPr>
        <p:spPr>
          <a:xfrm>
            <a:off x="1930879" y="1912206"/>
            <a:ext cx="8330241" cy="943903"/>
          </a:xfrm>
        </p:spPr>
        <p:txBody>
          <a:bodyPr vert="horz" lIns="91440" tIns="45720" rIns="91440" bIns="45720" rtlCol="0" anchor="t">
            <a:normAutofit/>
          </a:bodyPr>
          <a:lstStyle/>
          <a:p>
            <a:pPr marL="0" indent="0" algn="ctr">
              <a:buNone/>
            </a:pPr>
            <a:r>
              <a:rPr lang="en-GB" sz="3200" u="sng">
                <a:solidFill>
                  <a:schemeClr val="bg1"/>
                </a:solidFill>
              </a:rPr>
              <a:t>Miscellaneous Considerations</a:t>
            </a:r>
            <a:endParaRPr lang="en-US" sz="2400" u="sng">
              <a:solidFill>
                <a:schemeClr val="bg1"/>
              </a:solidFill>
            </a:endParaRPr>
          </a:p>
        </p:txBody>
      </p:sp>
      <p:sp>
        <p:nvSpPr>
          <p:cNvPr id="4" name="TextBox 3">
            <a:extLst>
              <a:ext uri="{FF2B5EF4-FFF2-40B4-BE49-F238E27FC236}">
                <a16:creationId xmlns:a16="http://schemas.microsoft.com/office/drawing/2014/main" id="{AEE30A7E-D10F-3932-1ECD-5EB8C38423BE}"/>
              </a:ext>
            </a:extLst>
          </p:cNvPr>
          <p:cNvSpPr txBox="1"/>
          <p:nvPr/>
        </p:nvSpPr>
        <p:spPr>
          <a:xfrm>
            <a:off x="74763" y="3172160"/>
            <a:ext cx="6021236" cy="18680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GB" sz="3200" b="1" i="0" u="sng" strike="noStrike" kern="1200" cap="none" spc="0" normalizeH="0" baseline="0" noProof="0">
                <a:ln>
                  <a:noFill/>
                </a:ln>
                <a:solidFill>
                  <a:prstClr val="white"/>
                </a:solidFill>
                <a:effectLst/>
                <a:uLnTx/>
                <a:uFillTx/>
                <a:latin typeface="Aptos" panose="020B0004020202020204"/>
                <a:ea typeface="+mn-ea"/>
                <a:cs typeface="+mn-cs"/>
              </a:rPr>
              <a:t>Originally, there was a planned contact page which would show the contact details for Devon Dive Adventures</a:t>
            </a:r>
            <a:endParaRPr kumimoji="0" lang="en-US" sz="3200" b="1" i="0" u="sng"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6" name="TextBox 5">
            <a:extLst>
              <a:ext uri="{FF2B5EF4-FFF2-40B4-BE49-F238E27FC236}">
                <a16:creationId xmlns:a16="http://schemas.microsoft.com/office/drawing/2014/main" id="{851F301E-50BD-ECD6-7523-5E6BB74B3386}"/>
              </a:ext>
            </a:extLst>
          </p:cNvPr>
          <p:cNvSpPr txBox="1"/>
          <p:nvPr/>
        </p:nvSpPr>
        <p:spPr>
          <a:xfrm>
            <a:off x="6095999" y="3413669"/>
            <a:ext cx="5661803"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a:ln>
                  <a:noFill/>
                </a:ln>
                <a:solidFill>
                  <a:prstClr val="white">
                    <a:lumMod val="75000"/>
                  </a:prstClr>
                </a:solidFill>
                <a:effectLst/>
                <a:uLnTx/>
                <a:uFillTx/>
                <a:latin typeface="Aptos" panose="020B0004020202020204"/>
                <a:ea typeface="+mn-ea"/>
                <a:cs typeface="Segoe UI"/>
              </a:rPr>
              <a:t>After some consideration it was decided to make this the footer instead.</a:t>
            </a:r>
          </a:p>
        </p:txBody>
      </p:sp>
    </p:spTree>
    <p:extLst>
      <p:ext uri="{BB962C8B-B14F-4D97-AF65-F5344CB8AC3E}">
        <p14:creationId xmlns:p14="http://schemas.microsoft.com/office/powerpoint/2010/main" val="11421097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7CC3D-2D29-F994-6522-5EF1361C6B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C65B5E-7CB4-4B46-7CC3-193DD5BB5E00}"/>
              </a:ext>
            </a:extLst>
          </p:cNvPr>
          <p:cNvSpPr>
            <a:spLocks noGrp="1"/>
          </p:cNvSpPr>
          <p:nvPr>
            <p:ph type="title"/>
          </p:nvPr>
        </p:nvSpPr>
        <p:spPr/>
        <p:txBody>
          <a:bodyPr>
            <a:normAutofit/>
          </a:bodyPr>
          <a:lstStyle/>
          <a:p>
            <a:pPr algn="ctr"/>
            <a:r>
              <a:rPr lang="en-GB" sz="2800">
                <a:solidFill>
                  <a:schemeClr val="bg1"/>
                </a:solidFill>
              </a:rPr>
              <a:t>Extra Considerations</a:t>
            </a:r>
            <a:endParaRPr lang="en-US" sz="2800">
              <a:solidFill>
                <a:schemeClr val="bg1"/>
              </a:solidFill>
            </a:endParaRPr>
          </a:p>
        </p:txBody>
      </p:sp>
      <p:sp>
        <p:nvSpPr>
          <p:cNvPr id="3" name="Content Placeholder 2">
            <a:extLst>
              <a:ext uri="{FF2B5EF4-FFF2-40B4-BE49-F238E27FC236}">
                <a16:creationId xmlns:a16="http://schemas.microsoft.com/office/drawing/2014/main" id="{AE514F55-282B-555E-2944-5993DBB61F26}"/>
              </a:ext>
            </a:extLst>
          </p:cNvPr>
          <p:cNvSpPr>
            <a:spLocks noGrp="1"/>
          </p:cNvSpPr>
          <p:nvPr>
            <p:ph idx="1"/>
          </p:nvPr>
        </p:nvSpPr>
        <p:spPr>
          <a:xfrm>
            <a:off x="1930879" y="1912206"/>
            <a:ext cx="8330241" cy="943903"/>
          </a:xfrm>
        </p:spPr>
        <p:txBody>
          <a:bodyPr vert="horz" lIns="91440" tIns="45720" rIns="91440" bIns="45720" rtlCol="0" anchor="t">
            <a:normAutofit/>
          </a:bodyPr>
          <a:lstStyle/>
          <a:p>
            <a:pPr marL="0" indent="0" algn="ctr">
              <a:buNone/>
            </a:pPr>
            <a:r>
              <a:rPr lang="en-GB" sz="3200" u="sng">
                <a:solidFill>
                  <a:schemeClr val="bg1"/>
                </a:solidFill>
              </a:rPr>
              <a:t>Miscellaneous Considerations</a:t>
            </a:r>
            <a:endParaRPr lang="en-US" sz="2400" u="sng">
              <a:solidFill>
                <a:schemeClr val="bg1"/>
              </a:solidFill>
            </a:endParaRPr>
          </a:p>
        </p:txBody>
      </p:sp>
      <p:sp>
        <p:nvSpPr>
          <p:cNvPr id="4" name="TextBox 3">
            <a:extLst>
              <a:ext uri="{FF2B5EF4-FFF2-40B4-BE49-F238E27FC236}">
                <a16:creationId xmlns:a16="http://schemas.microsoft.com/office/drawing/2014/main" id="{3C04F6A1-9E98-9F7B-FD86-BD76E8694564}"/>
              </a:ext>
            </a:extLst>
          </p:cNvPr>
          <p:cNvSpPr txBox="1"/>
          <p:nvPr/>
        </p:nvSpPr>
        <p:spPr>
          <a:xfrm>
            <a:off x="74763" y="3337301"/>
            <a:ext cx="6021236" cy="16460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GB" sz="2800" b="0" i="0" u="none" strike="noStrike" kern="1200" cap="none" spc="0" normalizeH="0" baseline="0" noProof="0">
                <a:ln>
                  <a:noFill/>
                </a:ln>
                <a:solidFill>
                  <a:prstClr val="white">
                    <a:lumMod val="75000"/>
                  </a:prstClr>
                </a:solidFill>
                <a:effectLst/>
                <a:uLnTx/>
                <a:uFillTx/>
                <a:latin typeface="Aptos" panose="020B0004020202020204"/>
                <a:ea typeface="+mn-ea"/>
                <a:cs typeface="+mn-cs"/>
              </a:rPr>
              <a:t>Originally, there was a planned contact page which would show the contact details for Devon Dive Adventures</a:t>
            </a:r>
            <a:endParaRPr kumimoji="0" lang="en-US" sz="2800" b="0" i="0" u="none" strike="noStrike" kern="1200" cap="none" spc="0" normalizeH="0" baseline="0" noProof="0">
              <a:ln>
                <a:noFill/>
              </a:ln>
              <a:solidFill>
                <a:prstClr val="white">
                  <a:lumMod val="75000"/>
                </a:prstClr>
              </a:solidFill>
              <a:effectLst/>
              <a:uLnTx/>
              <a:uFillTx/>
              <a:latin typeface="Aptos" panose="020B0004020202020204"/>
              <a:ea typeface="+mn-ea"/>
              <a:cs typeface="+mn-cs"/>
            </a:endParaRPr>
          </a:p>
        </p:txBody>
      </p:sp>
      <p:sp>
        <p:nvSpPr>
          <p:cNvPr id="6" name="TextBox 5">
            <a:extLst>
              <a:ext uri="{FF2B5EF4-FFF2-40B4-BE49-F238E27FC236}">
                <a16:creationId xmlns:a16="http://schemas.microsoft.com/office/drawing/2014/main" id="{7B2E52D5-28CA-C0A5-6D00-65848C575D4D}"/>
              </a:ext>
            </a:extLst>
          </p:cNvPr>
          <p:cNvSpPr txBox="1"/>
          <p:nvPr/>
        </p:nvSpPr>
        <p:spPr>
          <a:xfrm>
            <a:off x="6095999" y="3413669"/>
            <a:ext cx="5661803"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200" b="1" i="0" u="sng" strike="noStrike" kern="1200" cap="none" spc="0" normalizeH="0" baseline="0" noProof="0">
                <a:ln>
                  <a:noFill/>
                </a:ln>
                <a:solidFill>
                  <a:prstClr val="white"/>
                </a:solidFill>
                <a:effectLst/>
                <a:uLnTx/>
                <a:uFillTx/>
                <a:latin typeface="Aptos" panose="020B0004020202020204"/>
                <a:ea typeface="+mn-ea"/>
                <a:cs typeface="Segoe UI"/>
              </a:rPr>
              <a:t>After some consideration it was decided to make this the footer instead.</a:t>
            </a:r>
          </a:p>
        </p:txBody>
      </p:sp>
    </p:spTree>
    <p:extLst>
      <p:ext uri="{BB962C8B-B14F-4D97-AF65-F5344CB8AC3E}">
        <p14:creationId xmlns:p14="http://schemas.microsoft.com/office/powerpoint/2010/main" val="22986882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DFD44FF-50F5-B4DB-29F9-893CF5F552E6}"/>
            </a:ext>
          </a:extLst>
        </p:cNvPr>
        <p:cNvGrpSpPr/>
        <p:nvPr/>
      </p:nvGrpSpPr>
      <p:grpSpPr>
        <a:xfrm>
          <a:off x="0" y="0"/>
          <a:ext cx="0" cy="0"/>
          <a:chOff x="0" y="0"/>
          <a:chExt cx="0" cy="0"/>
        </a:xfrm>
      </p:grpSpPr>
      <p:sp>
        <p:nvSpPr>
          <p:cNvPr id="57" name="Rectangle 56">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9" name="Group 58">
            <a:extLst>
              <a:ext uri="{FF2B5EF4-FFF2-40B4-BE49-F238E27FC236}">
                <a16:creationId xmlns:a16="http://schemas.microsoft.com/office/drawing/2014/main" id="{134CC3FF-7AA4-46F4-8B24-2F9383D86D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5511" y="805742"/>
            <a:ext cx="3647770" cy="3193211"/>
            <a:chOff x="1674895" y="1345036"/>
            <a:chExt cx="5428610" cy="4210939"/>
          </a:xfrm>
        </p:grpSpPr>
        <p:sp>
          <p:nvSpPr>
            <p:cNvPr id="60" name="Rectangle 59">
              <a:extLst>
                <a:ext uri="{FF2B5EF4-FFF2-40B4-BE49-F238E27FC236}">
                  <a16:creationId xmlns:a16="http://schemas.microsoft.com/office/drawing/2014/main" id="{275E42E8-8B96-4FF0-9DCC-7E2084C0FD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78FEA8A4-ED0E-429C-884B-1599153B8F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3" name="Rectangle 62">
            <a:extLst>
              <a:ext uri="{FF2B5EF4-FFF2-40B4-BE49-F238E27FC236}">
                <a16:creationId xmlns:a16="http://schemas.microsoft.com/office/drawing/2014/main" id="{CAEBFCD5-5356-4326-8D39-8235A46CD7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5315" y="685805"/>
            <a:ext cx="3624947" cy="3193211"/>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5" name="Graphic 4">
            <a:extLst>
              <a:ext uri="{FF2B5EF4-FFF2-40B4-BE49-F238E27FC236}">
                <a16:creationId xmlns:a16="http://schemas.microsoft.com/office/drawing/2014/main" id="{5F2AA49C-5AC0-41C7-BFAF-74B8D8293C8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9048" y="2335801"/>
            <a:ext cx="849365" cy="849366"/>
            <a:chOff x="5829300" y="3162300"/>
            <a:chExt cx="532256" cy="532257"/>
          </a:xfrm>
          <a:solidFill>
            <a:srgbClr val="FFFFFF"/>
          </a:solidFill>
        </p:grpSpPr>
        <p:sp>
          <p:nvSpPr>
            <p:cNvPr id="66" name="Freeform: Shape 65">
              <a:extLst>
                <a:ext uri="{FF2B5EF4-FFF2-40B4-BE49-F238E27FC236}">
                  <a16:creationId xmlns:a16="http://schemas.microsoft.com/office/drawing/2014/main" id="{88A750A0-64B5-41B2-B525-A914EB40B3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F8216C77-85C1-4BDC-87A8-7E75933205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471AED48-754E-41AC-9ECC-DB25976447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48005417-D297-404F-82A5-8C4393E85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17F942D6-2D0C-4894-81F0-6F81714BA4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4FAD802E-9670-4B80-876B-3FF64D29A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838AF437-0BFB-40E4-ADA0-5749919AAC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F8BC9C3D-CBBE-4D29-9DAC-98B3CAF397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A7016629-22ED-494E-9205-594895DA95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BFF3CC1E-0ED4-4599-9B4E-F057769B96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065A4B3A-F9A7-4FA6-A7F3-EA08E0BA15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783B6A14-A56D-4B95-8395-89CF53A09B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49F0868B-B193-43B6-BB1E-1FF72993EA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grpSp>
        <p:nvGrpSpPr>
          <p:cNvPr id="80" name="Graphic 4">
            <a:extLst>
              <a:ext uri="{FF2B5EF4-FFF2-40B4-BE49-F238E27FC236}">
                <a16:creationId xmlns:a16="http://schemas.microsoft.com/office/drawing/2014/main" id="{BB32367D-C4F2-49D5-A586-298C7CA821B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9048" y="2335801"/>
            <a:ext cx="849365" cy="849366"/>
            <a:chOff x="5829300" y="3162300"/>
            <a:chExt cx="532256" cy="532257"/>
          </a:xfrm>
          <a:solidFill>
            <a:schemeClr val="bg1"/>
          </a:solidFill>
        </p:grpSpPr>
        <p:sp>
          <p:nvSpPr>
            <p:cNvPr id="81" name="Freeform: Shape 80">
              <a:extLst>
                <a:ext uri="{FF2B5EF4-FFF2-40B4-BE49-F238E27FC236}">
                  <a16:creationId xmlns:a16="http://schemas.microsoft.com/office/drawing/2014/main" id="{E1FF7EE7-ACA2-4BFF-BA75-7FAE93FBB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8647462E-B5E8-4F02-A1E4-BD0380A224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412CE109-6153-414A-B2D6-C4F9C6FA2E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DAF530F5-D68D-4BC8-8984-F1A8B5DEB6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2EB69747-F9DD-4B80-B488-D5565D0BC6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73AFB787-B8A4-4269-9DA9-FF4A660303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6E682D93-25A6-4D91-9A81-3F247BBEE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9D5F48B5-53B4-4DA8-B929-6AFF506589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8CA195A3-2A74-4D13-A1B8-24765E26BF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B98F1918-C39D-4713-AB21-685A944355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33592273-DEE6-42E1-B824-11D5443323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12D6F82B-B619-4D8B-85AE-0E57103BA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6246C574-90D4-412B-9444-203F7C83CD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8B2E1205-D873-F146-EC0A-23B9EA6DEBFE}"/>
              </a:ext>
            </a:extLst>
          </p:cNvPr>
          <p:cNvSpPr>
            <a:spLocks noGrp="1"/>
          </p:cNvSpPr>
          <p:nvPr>
            <p:ph idx="1"/>
          </p:nvPr>
        </p:nvSpPr>
        <p:spPr>
          <a:xfrm>
            <a:off x="5611467" y="190160"/>
            <a:ext cx="6857417" cy="5534019"/>
          </a:xfrm>
        </p:spPr>
        <p:txBody>
          <a:bodyPr vert="horz" lIns="91440" tIns="45720" rIns="91440" bIns="45720" rtlCol="0">
            <a:normAutofit fontScale="25000" lnSpcReduction="20000"/>
          </a:bodyPr>
          <a:lstStyle/>
          <a:p>
            <a:endParaRPr lang="en-GB" sz="1800">
              <a:solidFill>
                <a:schemeClr val="bg1"/>
              </a:solidFill>
              <a:ea typeface="+mn-lt"/>
              <a:cs typeface="+mn-lt"/>
            </a:endParaRPr>
          </a:p>
          <a:p>
            <a:r>
              <a:rPr lang="en-GB" sz="11200">
                <a:solidFill>
                  <a:schemeClr val="bg1"/>
                </a:solidFill>
                <a:ea typeface="+mn-lt"/>
                <a:cs typeface="+mn-lt"/>
              </a:rPr>
              <a:t>Use of Semantic HTML tags for screen reader compatibility with a clear content hierarchy</a:t>
            </a:r>
            <a:endParaRPr lang="en-GB" sz="11200">
              <a:solidFill>
                <a:schemeClr val="bg1"/>
              </a:solidFill>
            </a:endParaRPr>
          </a:p>
          <a:p>
            <a:endParaRPr lang="en-GB" sz="11200">
              <a:solidFill>
                <a:schemeClr val="bg1"/>
              </a:solidFill>
            </a:endParaRPr>
          </a:p>
          <a:p>
            <a:r>
              <a:rPr lang="en-GB" sz="11200">
                <a:solidFill>
                  <a:schemeClr val="bg1">
                    <a:lumMod val="65000"/>
                  </a:schemeClr>
                </a:solidFill>
                <a:ea typeface="+mn-lt"/>
                <a:cs typeface="+mn-lt"/>
              </a:rPr>
              <a:t>Alt-Text embedded into every image featured on the website</a:t>
            </a:r>
            <a:endParaRPr lang="en-GB" sz="11200">
              <a:solidFill>
                <a:schemeClr val="bg1">
                  <a:lumMod val="65000"/>
                </a:schemeClr>
              </a:solidFill>
            </a:endParaRPr>
          </a:p>
          <a:p>
            <a:endParaRPr lang="en-GB" sz="11200">
              <a:solidFill>
                <a:schemeClr val="bg1">
                  <a:lumMod val="65000"/>
                </a:schemeClr>
              </a:solidFill>
            </a:endParaRPr>
          </a:p>
          <a:p>
            <a:r>
              <a:rPr lang="en-GB" sz="11200">
                <a:solidFill>
                  <a:schemeClr val="bg1">
                    <a:lumMod val="65000"/>
                  </a:schemeClr>
                </a:solidFill>
                <a:ea typeface="+mn-lt"/>
                <a:cs typeface="+mn-lt"/>
              </a:rPr>
              <a:t>Interactive elements will support keyboard navigation </a:t>
            </a:r>
            <a:r>
              <a:rPr lang="en-GB" sz="11200" err="1">
                <a:solidFill>
                  <a:schemeClr val="bg1">
                    <a:lumMod val="65000"/>
                  </a:schemeClr>
                </a:solidFill>
                <a:ea typeface="+mn-lt"/>
                <a:cs typeface="+mn-lt"/>
              </a:rPr>
              <a:t>e.g</a:t>
            </a:r>
            <a:r>
              <a:rPr lang="en-GB" sz="11200">
                <a:solidFill>
                  <a:schemeClr val="bg1">
                    <a:lumMod val="65000"/>
                  </a:schemeClr>
                </a:solidFill>
                <a:ea typeface="+mn-lt"/>
                <a:cs typeface="+mn-lt"/>
              </a:rPr>
              <a:t> Using Tab and Arrow Keys</a:t>
            </a:r>
            <a:endParaRPr lang="en-GB" sz="11200">
              <a:solidFill>
                <a:schemeClr val="bg1">
                  <a:lumMod val="65000"/>
                </a:schemeClr>
              </a:solidFill>
            </a:endParaRPr>
          </a:p>
          <a:p>
            <a:endParaRPr lang="en-GB" sz="11200">
              <a:solidFill>
                <a:schemeClr val="bg1">
                  <a:lumMod val="65000"/>
                </a:schemeClr>
              </a:solidFill>
            </a:endParaRPr>
          </a:p>
          <a:p>
            <a:r>
              <a:rPr lang="en-GB" sz="11200">
                <a:solidFill>
                  <a:schemeClr val="bg1">
                    <a:lumMod val="65000"/>
                  </a:schemeClr>
                </a:solidFill>
              </a:rPr>
              <a:t>Use of ARIA to label elements without a Native HTML Tag</a:t>
            </a:r>
          </a:p>
          <a:p>
            <a:endParaRPr lang="en-GB" sz="11200">
              <a:solidFill>
                <a:schemeClr val="bg1">
                  <a:lumMod val="65000"/>
                </a:schemeClr>
              </a:solidFill>
            </a:endParaRPr>
          </a:p>
          <a:p>
            <a:r>
              <a:rPr lang="en-GB" sz="11200">
                <a:solidFill>
                  <a:schemeClr val="bg1">
                    <a:lumMod val="65000"/>
                  </a:schemeClr>
                </a:solidFill>
              </a:rPr>
              <a:t>Normal text will have a colour contrast ratio of 4.5:1 and Large text being a 3:1 colour contrast ratio.</a:t>
            </a:r>
          </a:p>
          <a:p>
            <a:endParaRPr lang="en-GB" sz="1800">
              <a:solidFill>
                <a:schemeClr val="bg1"/>
              </a:solidFill>
            </a:endParaRPr>
          </a:p>
          <a:p>
            <a:endParaRPr lang="en-GB" sz="1800">
              <a:solidFill>
                <a:schemeClr val="bg1"/>
              </a:solidFill>
            </a:endParaRPr>
          </a:p>
          <a:p>
            <a:endParaRPr lang="en-GB" sz="1800">
              <a:solidFill>
                <a:schemeClr val="bg1"/>
              </a:solidFill>
            </a:endParaRPr>
          </a:p>
        </p:txBody>
      </p:sp>
      <p:pic>
        <p:nvPicPr>
          <p:cNvPr id="4" name="Picture 3" descr="Why Web Accessibility Is Important and How You Can Accomplish It | by  Oyetoke Tobiloba Emmanuel | Facebook Developer Circles Lagos | Medium">
            <a:extLst>
              <a:ext uri="{FF2B5EF4-FFF2-40B4-BE49-F238E27FC236}">
                <a16:creationId xmlns:a16="http://schemas.microsoft.com/office/drawing/2014/main" id="{5C0F4D78-6EB1-D201-A6B5-FD97695BBF04}"/>
              </a:ext>
            </a:extLst>
          </p:cNvPr>
          <p:cNvPicPr>
            <a:picLocks noChangeAspect="1"/>
          </p:cNvPicPr>
          <p:nvPr/>
        </p:nvPicPr>
        <p:blipFill>
          <a:blip r:embed="rId3"/>
          <a:srcRect l="11179" r="10424" b="4"/>
          <a:stretch/>
        </p:blipFill>
        <p:spPr>
          <a:xfrm>
            <a:off x="725321" y="685547"/>
            <a:ext cx="3578358" cy="3193211"/>
          </a:xfrm>
          <a:prstGeom prst="rect">
            <a:avLst/>
          </a:prstGeom>
        </p:spPr>
      </p:pic>
    </p:spTree>
    <p:extLst>
      <p:ext uri="{BB962C8B-B14F-4D97-AF65-F5344CB8AC3E}">
        <p14:creationId xmlns:p14="http://schemas.microsoft.com/office/powerpoint/2010/main" val="1184692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wd">
                                    <p:tmPct val="4000"/>
                                  </p:iterate>
                                  <p:childTnLst>
                                    <p:set>
                                      <p:cBhvr override="childStyle">
                                        <p:cTn id="6" dur="500" fill="hold"/>
                                        <p:tgtEl>
                                          <p:spTgt spid="3">
                                            <p:txEl>
                                              <p:pRg st="1" end="1"/>
                                            </p:txEl>
                                          </p:spTgt>
                                        </p:tgtEl>
                                        <p:attrNameLst>
                                          <p:attrName>style.textDecorationUnderline</p:attrName>
                                        </p:attrNameLst>
                                      </p:cBhvr>
                                      <p:to>
                                        <p:strVal val="true"/>
                                      </p:to>
                                    </p:set>
                                  </p:childTnLst>
                                </p:cTn>
                              </p:par>
                              <p:par>
                                <p:cTn id="7" presetID="15" presetClass="emph" presetSubtype="0" nodeType="withEffect">
                                  <p:stCondLst>
                                    <p:cond delay="0"/>
                                  </p:stCondLst>
                                  <p:iterate type="wd">
                                    <p:tmAbs val="25"/>
                                  </p:iterate>
                                  <p:childTnLst>
                                    <p:set>
                                      <p:cBhvr override="childStyle">
                                        <p:cTn id="8" dur="indefinite"/>
                                        <p:tgtEl>
                                          <p:spTgt spid="3">
                                            <p:txEl>
                                              <p:pRg st="1" end="1"/>
                                            </p:txEl>
                                          </p:spTgt>
                                        </p:tgtEl>
                                        <p:attrNameLst>
                                          <p:attrName>style.fontWeight</p:attrName>
                                        </p:attrNameLst>
                                      </p:cBhvr>
                                      <p:to>
                                        <p:strVal val="bold"/>
                                      </p:to>
                                    </p:set>
                                  </p:childTnLst>
                                </p:cTn>
                              </p:par>
                            </p:childTnLst>
                          </p:cTn>
                        </p:par>
                      </p:childTnLst>
                    </p:cTn>
                  </p:par>
                  <p:par>
                    <p:cTn id="9" fill="hold">
                      <p:stCondLst>
                        <p:cond delay="indefinite"/>
                      </p:stCondLst>
                      <p:childTnLst>
                        <p:par>
                          <p:cTn id="10" fill="hold">
                            <p:stCondLst>
                              <p:cond delay="0"/>
                            </p:stCondLst>
                            <p:childTnLst>
                              <p:par>
                                <p:cTn id="11" presetID="3" presetClass="emph" presetSubtype="2" fill="hold" nodeType="clickEffect">
                                  <p:stCondLst>
                                    <p:cond delay="0"/>
                                  </p:stCondLst>
                                  <p:iterate type="wd">
                                    <p:tmPct val="0"/>
                                  </p:iterate>
                                  <p:childTnLst>
                                    <p:animClr clrSpc="rgb" dir="cw">
                                      <p:cBhvr override="childStyle">
                                        <p:cTn id="12" dur="500" fill="hold"/>
                                        <p:tgtEl>
                                          <p:spTgt spid="3">
                                            <p:txEl>
                                              <p:pRg st="1" end="1"/>
                                            </p:txEl>
                                          </p:spTgt>
                                        </p:tgtEl>
                                        <p:attrNameLst>
                                          <p:attrName>style.color</p:attrName>
                                        </p:attrNameLst>
                                      </p:cBhvr>
                                      <p:to>
                                        <a:srgbClr val="A8A8A8"/>
                                      </p:to>
                                    </p:animClr>
                                  </p:childTnLst>
                                </p:cTn>
                              </p:par>
                              <p:par>
                                <p:cTn id="13" presetID="3" presetClass="emph" presetSubtype="2" fill="hold" nodeType="withEffect">
                                  <p:stCondLst>
                                    <p:cond delay="0"/>
                                  </p:stCondLst>
                                  <p:iterate type="wd">
                                    <p:tmPct val="0"/>
                                  </p:iterate>
                                  <p:childTnLst>
                                    <p:animClr clrSpc="rgb" dir="cw">
                                      <p:cBhvr override="childStyle">
                                        <p:cTn id="14" dur="500" fill="hold"/>
                                        <p:tgtEl>
                                          <p:spTgt spid="3">
                                            <p:txEl>
                                              <p:pRg st="3" end="3"/>
                                            </p:txEl>
                                          </p:spTgt>
                                        </p:tgtEl>
                                        <p:attrNameLst>
                                          <p:attrName>style.color</p:attrName>
                                        </p:attrNameLst>
                                      </p:cBhvr>
                                      <p:to>
                                        <a:schemeClr val="bg1"/>
                                      </p:to>
                                    </p:animClr>
                                  </p:childTnLst>
                                </p:cTn>
                              </p:par>
                              <p:par>
                                <p:cTn id="15" presetID="18" presetClass="emph" presetSubtype="0" fill="hold" nodeType="withEffect">
                                  <p:stCondLst>
                                    <p:cond delay="0"/>
                                  </p:stCondLst>
                                  <p:iterate type="wd">
                                    <p:tmPct val="4000"/>
                                  </p:iterate>
                                  <p:childTnLst>
                                    <p:set>
                                      <p:cBhvr override="childStyle">
                                        <p:cTn id="16" dur="500" fill="hold"/>
                                        <p:tgtEl>
                                          <p:spTgt spid="3">
                                            <p:txEl>
                                              <p:pRg st="3" end="3"/>
                                            </p:txEl>
                                          </p:spTgt>
                                        </p:tgtEl>
                                        <p:attrNameLst>
                                          <p:attrName>style.textDecorationUnderline</p:attrName>
                                        </p:attrNameLst>
                                      </p:cBhvr>
                                      <p:to>
                                        <p:strVal val="true"/>
                                      </p:to>
                                    </p:set>
                                  </p:childTnLst>
                                </p:cTn>
                              </p:par>
                              <p:par>
                                <p:cTn id="17" presetID="15" presetClass="emph" presetSubtype="0" nodeType="withEffect">
                                  <p:stCondLst>
                                    <p:cond delay="0"/>
                                  </p:stCondLst>
                                  <p:endCondLst>
                                    <p:cond evt="onNext" delay="0">
                                      <p:tgtEl>
                                        <p:sldTgt/>
                                      </p:tgtEl>
                                    </p:cond>
                                  </p:endCondLst>
                                  <p:iterate type="wd">
                                    <p:tmAbs val="25"/>
                                  </p:iterate>
                                  <p:childTnLst>
                                    <p:set>
                                      <p:cBhvr override="childStyle">
                                        <p:cTn id="18" dur="indefinite"/>
                                        <p:tgtEl>
                                          <p:spTgt spid="3">
                                            <p:txEl>
                                              <p:pRg st="3" end="3"/>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946AC-8716-CE0B-E570-052E313B9495}"/>
              </a:ext>
            </a:extLst>
          </p:cNvPr>
          <p:cNvSpPr>
            <a:spLocks noGrp="1"/>
          </p:cNvSpPr>
          <p:nvPr>
            <p:ph type="title"/>
          </p:nvPr>
        </p:nvSpPr>
        <p:spPr/>
        <p:txBody>
          <a:bodyPr/>
          <a:lstStyle/>
          <a:p>
            <a:r>
              <a:rPr lang="en-GB"/>
              <a:t>Site map and layout</a:t>
            </a:r>
          </a:p>
        </p:txBody>
      </p:sp>
      <p:pic>
        <p:nvPicPr>
          <p:cNvPr id="5" name="Content Placeholder 4" descr="A diagram of a company&#10;&#10;Description automatically generated">
            <a:extLst>
              <a:ext uri="{FF2B5EF4-FFF2-40B4-BE49-F238E27FC236}">
                <a16:creationId xmlns:a16="http://schemas.microsoft.com/office/drawing/2014/main" id="{828DEA19-2E5F-454B-D55E-2062F0E991C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06452" y="1347603"/>
            <a:ext cx="8789271" cy="5145272"/>
          </a:xfrm>
        </p:spPr>
      </p:pic>
      <p:sp>
        <p:nvSpPr>
          <p:cNvPr id="4" name="TextBox 3">
            <a:extLst>
              <a:ext uri="{FF2B5EF4-FFF2-40B4-BE49-F238E27FC236}">
                <a16:creationId xmlns:a16="http://schemas.microsoft.com/office/drawing/2014/main" id="{4999FAAE-7925-5655-9F62-5FC5174CAD17}"/>
              </a:ext>
            </a:extLst>
          </p:cNvPr>
          <p:cNvSpPr txBox="1"/>
          <p:nvPr/>
        </p:nvSpPr>
        <p:spPr>
          <a:xfrm>
            <a:off x="1306452" y="658574"/>
            <a:ext cx="6094476" cy="369332"/>
          </a:xfrm>
          <a:prstGeom prst="rect">
            <a:avLst/>
          </a:prstGeom>
          <a:noFill/>
        </p:spPr>
        <p:txBody>
          <a:bodyPr wrap="square">
            <a:spAutoFit/>
          </a:bodyPr>
          <a:lstStyle/>
          <a:p>
            <a:r>
              <a:rPr lang="en-GB">
                <a:solidFill>
                  <a:schemeClr val="bg1"/>
                </a:solidFill>
              </a:rPr>
              <a:t>Design of website</a:t>
            </a:r>
            <a:endParaRPr lang="en-GB"/>
          </a:p>
        </p:txBody>
      </p:sp>
    </p:spTree>
    <p:extLst>
      <p:ext uri="{BB962C8B-B14F-4D97-AF65-F5344CB8AC3E}">
        <p14:creationId xmlns:p14="http://schemas.microsoft.com/office/powerpoint/2010/main" val="18776480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40E6E-889C-5C4D-574D-256EC4872982}"/>
              </a:ext>
            </a:extLst>
          </p:cNvPr>
          <p:cNvSpPr>
            <a:spLocks noGrp="1"/>
          </p:cNvSpPr>
          <p:nvPr>
            <p:ph type="title"/>
          </p:nvPr>
        </p:nvSpPr>
        <p:spPr/>
        <p:txBody>
          <a:bodyPr>
            <a:normAutofit/>
          </a:bodyPr>
          <a:lstStyle/>
          <a:p>
            <a:r>
              <a:rPr lang="en-GB">
                <a:solidFill>
                  <a:schemeClr val="bg1"/>
                </a:solidFill>
              </a:rPr>
              <a:t>colour scheme </a:t>
            </a:r>
          </a:p>
        </p:txBody>
      </p:sp>
      <p:pic>
        <p:nvPicPr>
          <p:cNvPr id="4" name="Picture 3">
            <a:extLst>
              <a:ext uri="{FF2B5EF4-FFF2-40B4-BE49-F238E27FC236}">
                <a16:creationId xmlns:a16="http://schemas.microsoft.com/office/drawing/2014/main" id="{C98F4EA1-0C74-D12D-605F-69A24E6BC028}"/>
              </a:ext>
            </a:extLst>
          </p:cNvPr>
          <p:cNvPicPr>
            <a:picLocks noChangeAspect="1"/>
          </p:cNvPicPr>
          <p:nvPr/>
        </p:nvPicPr>
        <p:blipFill>
          <a:blip r:embed="rId2"/>
          <a:stretch>
            <a:fillRect/>
          </a:stretch>
        </p:blipFill>
        <p:spPr>
          <a:xfrm>
            <a:off x="838200" y="1690688"/>
            <a:ext cx="3543795" cy="2476846"/>
          </a:xfrm>
          <a:prstGeom prst="rect">
            <a:avLst/>
          </a:prstGeom>
        </p:spPr>
      </p:pic>
      <p:sp>
        <p:nvSpPr>
          <p:cNvPr id="5" name="TextBox 4">
            <a:extLst>
              <a:ext uri="{FF2B5EF4-FFF2-40B4-BE49-F238E27FC236}">
                <a16:creationId xmlns:a16="http://schemas.microsoft.com/office/drawing/2014/main" id="{4A872A4C-AC87-E64A-D5DB-0B2ABEE6B5C3}"/>
              </a:ext>
            </a:extLst>
          </p:cNvPr>
          <p:cNvSpPr txBox="1"/>
          <p:nvPr/>
        </p:nvSpPr>
        <p:spPr>
          <a:xfrm>
            <a:off x="5593976" y="1362635"/>
            <a:ext cx="5593977" cy="3139321"/>
          </a:xfrm>
          <a:prstGeom prst="rect">
            <a:avLst/>
          </a:prstGeom>
          <a:noFill/>
        </p:spPr>
        <p:txBody>
          <a:bodyPr wrap="square" rtlCol="0">
            <a:spAutoFit/>
          </a:bodyPr>
          <a:lstStyle/>
          <a:p>
            <a:r>
              <a:rPr lang="en-GB">
                <a:solidFill>
                  <a:schemeClr val="bg1"/>
                </a:solidFill>
              </a:rPr>
              <a:t>The brief gives the colour scheme blue and orange</a:t>
            </a:r>
          </a:p>
          <a:p>
            <a:endParaRPr lang="en-GB">
              <a:solidFill>
                <a:schemeClr val="bg1"/>
              </a:solidFill>
            </a:endParaRPr>
          </a:p>
          <a:p>
            <a:endParaRPr lang="en-GB">
              <a:solidFill>
                <a:schemeClr val="bg1"/>
              </a:solidFill>
            </a:endParaRPr>
          </a:p>
          <a:p>
            <a:r>
              <a:rPr lang="en-GB">
                <a:solidFill>
                  <a:schemeClr val="bg1"/>
                </a:solidFill>
              </a:rPr>
              <a:t>we have chosen these shades as they are common on sea related things such as life jackets, buoys, colour of the water.</a:t>
            </a:r>
          </a:p>
          <a:p>
            <a:endParaRPr lang="en-GB">
              <a:solidFill>
                <a:schemeClr val="bg1"/>
              </a:solidFill>
            </a:endParaRPr>
          </a:p>
          <a:p>
            <a:r>
              <a:rPr lang="en-GB">
                <a:solidFill>
                  <a:schemeClr val="bg1"/>
                </a:solidFill>
              </a:rPr>
              <a:t>These two colours still allow text to be readable </a:t>
            </a:r>
          </a:p>
          <a:p>
            <a:endParaRPr lang="en-GB">
              <a:solidFill>
                <a:schemeClr val="bg1"/>
              </a:solidFill>
            </a:endParaRPr>
          </a:p>
          <a:p>
            <a:r>
              <a:rPr lang="en-GB">
                <a:solidFill>
                  <a:schemeClr val="bg1"/>
                </a:solidFill>
              </a:rPr>
              <a:t>This could be a problem if the user is colour blind whoever they can use accessibility options. </a:t>
            </a:r>
          </a:p>
        </p:txBody>
      </p:sp>
    </p:spTree>
    <p:extLst>
      <p:ext uri="{BB962C8B-B14F-4D97-AF65-F5344CB8AC3E}">
        <p14:creationId xmlns:p14="http://schemas.microsoft.com/office/powerpoint/2010/main" val="32015002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460E2B5-2B04-F190-49A9-AE6A8318DA2E}"/>
              </a:ext>
            </a:extLst>
          </p:cNvPr>
          <p:cNvPicPr>
            <a:picLocks noChangeAspect="1"/>
          </p:cNvPicPr>
          <p:nvPr/>
        </p:nvPicPr>
        <p:blipFill>
          <a:blip r:embed="rId2"/>
          <a:stretch>
            <a:fillRect/>
          </a:stretch>
        </p:blipFill>
        <p:spPr>
          <a:xfrm>
            <a:off x="502059" y="547068"/>
            <a:ext cx="5953956" cy="5268060"/>
          </a:xfrm>
          <a:prstGeom prst="rect">
            <a:avLst/>
          </a:prstGeom>
        </p:spPr>
      </p:pic>
      <p:sp>
        <p:nvSpPr>
          <p:cNvPr id="4" name="TextBox 3">
            <a:extLst>
              <a:ext uri="{FF2B5EF4-FFF2-40B4-BE49-F238E27FC236}">
                <a16:creationId xmlns:a16="http://schemas.microsoft.com/office/drawing/2014/main" id="{D0257463-3044-E1A5-72F7-1F25C42A908C}"/>
              </a:ext>
            </a:extLst>
          </p:cNvPr>
          <p:cNvSpPr txBox="1"/>
          <p:nvPr/>
        </p:nvSpPr>
        <p:spPr>
          <a:xfrm>
            <a:off x="6913983" y="634482"/>
            <a:ext cx="4049851" cy="2031325"/>
          </a:xfrm>
          <a:prstGeom prst="rect">
            <a:avLst/>
          </a:prstGeom>
          <a:noFill/>
        </p:spPr>
        <p:txBody>
          <a:bodyPr wrap="square" rtlCol="0">
            <a:spAutoFit/>
          </a:bodyPr>
          <a:lstStyle/>
          <a:p>
            <a:r>
              <a:rPr lang="en-GB">
                <a:solidFill>
                  <a:schemeClr val="bg1"/>
                </a:solidFill>
              </a:rPr>
              <a:t>Imagery of the services that devon dive will offer</a:t>
            </a:r>
          </a:p>
          <a:p>
            <a:endParaRPr lang="en-GB">
              <a:solidFill>
                <a:schemeClr val="bg1"/>
              </a:solidFill>
            </a:endParaRPr>
          </a:p>
          <a:p>
            <a:endParaRPr lang="en-GB">
              <a:solidFill>
                <a:schemeClr val="bg1"/>
              </a:solidFill>
            </a:endParaRPr>
          </a:p>
          <a:p>
            <a:r>
              <a:rPr lang="en-GB">
                <a:solidFill>
                  <a:schemeClr val="bg1"/>
                </a:solidFill>
              </a:rPr>
              <a:t>This gives design inspiration to styles the page in the right theme to satisfy the customer.</a:t>
            </a:r>
          </a:p>
        </p:txBody>
      </p:sp>
    </p:spTree>
    <p:extLst>
      <p:ext uri="{BB962C8B-B14F-4D97-AF65-F5344CB8AC3E}">
        <p14:creationId xmlns:p14="http://schemas.microsoft.com/office/powerpoint/2010/main" val="1753441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FC3DBE1-499B-ABDA-D6C7-0F3C0246D3FC}"/>
              </a:ext>
            </a:extLst>
          </p:cNvPr>
          <p:cNvSpPr txBox="1"/>
          <p:nvPr/>
        </p:nvSpPr>
        <p:spPr>
          <a:xfrm>
            <a:off x="609599" y="654424"/>
            <a:ext cx="5423647" cy="646331"/>
          </a:xfrm>
          <a:prstGeom prst="rect">
            <a:avLst/>
          </a:prstGeom>
          <a:noFill/>
        </p:spPr>
        <p:txBody>
          <a:bodyPr wrap="square" rtlCol="0">
            <a:spAutoFit/>
          </a:bodyPr>
          <a:lstStyle/>
          <a:p>
            <a:r>
              <a:rPr lang="en-GB">
                <a:solidFill>
                  <a:schemeClr val="bg1"/>
                </a:solidFill>
              </a:rPr>
              <a:t>Creating a good user experience through design to create a better product</a:t>
            </a:r>
          </a:p>
        </p:txBody>
      </p:sp>
    </p:spTree>
    <p:extLst>
      <p:ext uri="{BB962C8B-B14F-4D97-AF65-F5344CB8AC3E}">
        <p14:creationId xmlns:p14="http://schemas.microsoft.com/office/powerpoint/2010/main" val="21784492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2DF51AC-47DC-CB56-648F-F4BEE2DD768E}"/>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tx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5D7173-3474-2429-C117-6C635B3F671B}"/>
              </a:ext>
            </a:extLst>
          </p:cNvPr>
          <p:cNvSpPr>
            <a:spLocks noGrp="1"/>
          </p:cNvSpPr>
          <p:nvPr>
            <p:ph type="title"/>
          </p:nvPr>
        </p:nvSpPr>
        <p:spPr>
          <a:xfrm>
            <a:off x="1524000" y="1293338"/>
            <a:ext cx="9144000" cy="3274592"/>
          </a:xfrm>
        </p:spPr>
        <p:txBody>
          <a:bodyPr vert="horz" lIns="91440" tIns="45720" rIns="91440" bIns="45720" rtlCol="0" anchor="ctr">
            <a:normAutofit/>
          </a:bodyPr>
          <a:lstStyle/>
          <a:p>
            <a:pPr algn="ctr"/>
            <a:r>
              <a:rPr lang="en-US" sz="7200" kern="1200">
                <a:solidFill>
                  <a:schemeClr val="bg1"/>
                </a:solidFill>
                <a:latin typeface="+mj-lt"/>
                <a:ea typeface="+mj-ea"/>
                <a:cs typeface="+mj-cs"/>
              </a:rPr>
              <a:t>Testing</a:t>
            </a:r>
            <a:endParaRPr lang="en-US" sz="7200" kern="1200">
              <a:solidFill>
                <a:schemeClr val="bg1"/>
              </a:solidFill>
              <a:latin typeface="+mj-lt"/>
            </a:endParaRPr>
          </a:p>
        </p:txBody>
      </p:sp>
      <p:cxnSp>
        <p:nvCxnSpPr>
          <p:cNvPr id="13" name="Straight Connector 12">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47236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9296BC-A6F2-C44E-DA63-4283145EDE78}"/>
              </a:ext>
            </a:extLst>
          </p:cNvPr>
          <p:cNvSpPr>
            <a:spLocks noGrp="1"/>
          </p:cNvSpPr>
          <p:nvPr>
            <p:ph type="title"/>
          </p:nvPr>
        </p:nvSpPr>
        <p:spPr>
          <a:xfrm>
            <a:off x="589560" y="856180"/>
            <a:ext cx="4560584" cy="1128068"/>
          </a:xfrm>
        </p:spPr>
        <p:txBody>
          <a:bodyPr anchor="ctr">
            <a:normAutofit/>
          </a:bodyPr>
          <a:lstStyle/>
          <a:p>
            <a:r>
              <a:rPr lang="en-GB" sz="3700">
                <a:solidFill>
                  <a:schemeClr val="bg1"/>
                </a:solidFill>
              </a:rPr>
              <a:t>Testing  </a:t>
            </a:r>
            <a:br>
              <a:rPr lang="en-GB" sz="3700">
                <a:solidFill>
                  <a:schemeClr val="bg1"/>
                </a:solidFill>
              </a:rPr>
            </a:br>
            <a:r>
              <a:rPr lang="en-GB" sz="3700">
                <a:solidFill>
                  <a:schemeClr val="bg1"/>
                </a:solidFill>
              </a:rPr>
              <a:t>Functionality</a:t>
            </a:r>
          </a:p>
        </p:txBody>
      </p:sp>
      <p:grpSp>
        <p:nvGrpSpPr>
          <p:cNvPr id="29" name="Group 28">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30" name="Rectangle 29">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9B3F375-BE4C-3587-7CCC-7D1231AA9532}"/>
              </a:ext>
            </a:extLst>
          </p:cNvPr>
          <p:cNvSpPr>
            <a:spLocks noGrp="1"/>
          </p:cNvSpPr>
          <p:nvPr>
            <p:ph idx="1"/>
          </p:nvPr>
        </p:nvSpPr>
        <p:spPr>
          <a:xfrm>
            <a:off x="590719" y="2330505"/>
            <a:ext cx="4559425" cy="3979585"/>
          </a:xfrm>
        </p:spPr>
        <p:txBody>
          <a:bodyPr vert="horz" lIns="91440" tIns="45720" rIns="91440" bIns="45720" rtlCol="0" anchor="ctr">
            <a:normAutofit/>
          </a:bodyPr>
          <a:lstStyle/>
          <a:p>
            <a:r>
              <a:rPr lang="en-GB" sz="1600">
                <a:solidFill>
                  <a:schemeClr val="bg1"/>
                </a:solidFill>
                <a:ea typeface="+mn-lt"/>
                <a:cs typeface="+mn-lt"/>
              </a:rPr>
              <a:t>Navigation menus and hyperlinks are tested to ensure they lead users to the correct destination upon interaction.</a:t>
            </a:r>
          </a:p>
          <a:p>
            <a:endParaRPr lang="en-GB" sz="1600">
              <a:solidFill>
                <a:schemeClr val="bg1"/>
              </a:solidFill>
            </a:endParaRPr>
          </a:p>
          <a:p>
            <a:r>
              <a:rPr lang="en-GB" sz="1600">
                <a:solidFill>
                  <a:schemeClr val="bg1"/>
                </a:solidFill>
                <a:ea typeface="+mn-lt"/>
                <a:cs typeface="+mn-lt"/>
              </a:rPr>
              <a:t>Buttons will be tested to ensure they trigger the correct action such as data submission and opening windows, alongside any correct loading animations where necessary.</a:t>
            </a:r>
          </a:p>
          <a:p>
            <a:endParaRPr lang="en-GB" sz="1600">
              <a:solidFill>
                <a:schemeClr val="bg1"/>
              </a:solidFill>
            </a:endParaRPr>
          </a:p>
          <a:p>
            <a:r>
              <a:rPr lang="en-GB" sz="1600">
                <a:solidFill>
                  <a:schemeClr val="bg1"/>
                </a:solidFill>
                <a:ea typeface="+mn-lt"/>
                <a:cs typeface="+mn-lt"/>
              </a:rPr>
              <a:t>All forms and input fields will be tested to ensure proper data and input handling; data validation within data entry fields; correct form submission and back-end processing alongside, any user confirmation and error handling messages.</a:t>
            </a:r>
            <a:endParaRPr lang="en-GB" sz="1600">
              <a:solidFill>
                <a:schemeClr val="bg1"/>
              </a:solidFill>
            </a:endParaRPr>
          </a:p>
          <a:p>
            <a:endParaRPr lang="en-GB" sz="1600"/>
          </a:p>
        </p:txBody>
      </p:sp>
      <p:sp>
        <p:nvSpPr>
          <p:cNvPr id="35" name="Rectangle 34">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What is Functional Testing? - Types, Examples and More">
            <a:extLst>
              <a:ext uri="{FF2B5EF4-FFF2-40B4-BE49-F238E27FC236}">
                <a16:creationId xmlns:a16="http://schemas.microsoft.com/office/drawing/2014/main" id="{09DBE1B0-24E8-B227-D9FB-9AD198B5119E}"/>
              </a:ext>
            </a:extLst>
          </p:cNvPr>
          <p:cNvPicPr>
            <a:picLocks noChangeAspect="1"/>
          </p:cNvPicPr>
          <p:nvPr/>
        </p:nvPicPr>
        <p:blipFill>
          <a:blip r:embed="rId2"/>
          <a:srcRect l="17223" r="24751" b="2"/>
          <a:stretch/>
        </p:blipFill>
        <p:spPr>
          <a:xfrm>
            <a:off x="5977788" y="799352"/>
            <a:ext cx="5425410" cy="5259296"/>
          </a:xfrm>
          <a:prstGeom prst="rect">
            <a:avLst/>
          </a:prstGeom>
        </p:spPr>
      </p:pic>
    </p:spTree>
    <p:extLst>
      <p:ext uri="{BB962C8B-B14F-4D97-AF65-F5344CB8AC3E}">
        <p14:creationId xmlns:p14="http://schemas.microsoft.com/office/powerpoint/2010/main" val="6697628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3C18C42-D70F-4DCD-CC6A-CFA48F66853B}"/>
            </a:ext>
          </a:extLst>
        </p:cNvPr>
        <p:cNvGrpSpPr/>
        <p:nvPr/>
      </p:nvGrpSpPr>
      <p:grpSpPr>
        <a:xfrm>
          <a:off x="0" y="0"/>
          <a:ext cx="0" cy="0"/>
          <a:chOff x="0" y="0"/>
          <a:chExt cx="0" cy="0"/>
        </a:xfrm>
      </p:grpSpPr>
      <p:sp useBgFill="1">
        <p:nvSpPr>
          <p:cNvPr id="58" name="Rectangle 57">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295477-842E-16D6-7F0B-00881DF20B72}"/>
              </a:ext>
            </a:extLst>
          </p:cNvPr>
          <p:cNvSpPr>
            <a:spLocks noGrp="1"/>
          </p:cNvSpPr>
          <p:nvPr>
            <p:ph type="title"/>
          </p:nvPr>
        </p:nvSpPr>
        <p:spPr>
          <a:xfrm>
            <a:off x="589560" y="856180"/>
            <a:ext cx="4560584" cy="1128068"/>
          </a:xfrm>
        </p:spPr>
        <p:txBody>
          <a:bodyPr anchor="ctr">
            <a:normAutofit/>
          </a:bodyPr>
          <a:lstStyle/>
          <a:p>
            <a:r>
              <a:rPr lang="en-GB" sz="3700">
                <a:solidFill>
                  <a:schemeClr val="bg1"/>
                </a:solidFill>
              </a:rPr>
              <a:t>Testing  </a:t>
            </a:r>
            <a:br>
              <a:rPr lang="en-GB" sz="3700">
                <a:solidFill>
                  <a:schemeClr val="bg1"/>
                </a:solidFill>
              </a:rPr>
            </a:br>
            <a:r>
              <a:rPr lang="en-GB" sz="3700">
                <a:solidFill>
                  <a:schemeClr val="bg1"/>
                </a:solidFill>
              </a:rPr>
              <a:t>Compatibility</a:t>
            </a:r>
          </a:p>
        </p:txBody>
      </p:sp>
      <p:grpSp>
        <p:nvGrpSpPr>
          <p:cNvPr id="60" name="Group 59">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52" name="Rectangle 51">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2" name="Rectangle 61">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BB32B6A-65AF-4F8C-123F-F1B79312E1D4}"/>
              </a:ext>
            </a:extLst>
          </p:cNvPr>
          <p:cNvSpPr>
            <a:spLocks noGrp="1"/>
          </p:cNvSpPr>
          <p:nvPr>
            <p:ph idx="1"/>
          </p:nvPr>
        </p:nvSpPr>
        <p:spPr>
          <a:xfrm>
            <a:off x="590719" y="2330505"/>
            <a:ext cx="4559425" cy="3979585"/>
          </a:xfrm>
        </p:spPr>
        <p:txBody>
          <a:bodyPr vert="horz" lIns="91440" tIns="45720" rIns="91440" bIns="45720" rtlCol="0" anchor="ctr">
            <a:normAutofit/>
          </a:bodyPr>
          <a:lstStyle/>
          <a:p>
            <a:r>
              <a:rPr lang="en-GB" sz="2000">
                <a:solidFill>
                  <a:schemeClr val="bg1"/>
                </a:solidFill>
                <a:ea typeface="+mn-lt"/>
                <a:cs typeface="+mn-lt"/>
              </a:rPr>
              <a:t>The website will be tested across all major web browsers such as: Google Chrome, Firefox, Safari and Edge</a:t>
            </a:r>
          </a:p>
          <a:p>
            <a:endParaRPr lang="en-GB" sz="2000">
              <a:solidFill>
                <a:schemeClr val="bg1"/>
              </a:solidFill>
            </a:endParaRPr>
          </a:p>
          <a:p>
            <a:r>
              <a:rPr lang="en-GB" sz="2000">
                <a:solidFill>
                  <a:schemeClr val="bg1"/>
                </a:solidFill>
                <a:ea typeface="+mn-lt"/>
                <a:cs typeface="+mn-lt"/>
              </a:rPr>
              <a:t>Compatibility across operating systems such as Windows, macOS, Android and iOS.</a:t>
            </a:r>
          </a:p>
          <a:p>
            <a:endParaRPr lang="en-GB" sz="2000">
              <a:solidFill>
                <a:schemeClr val="bg1"/>
              </a:solidFill>
            </a:endParaRPr>
          </a:p>
          <a:p>
            <a:r>
              <a:rPr lang="en-GB" sz="2000">
                <a:solidFill>
                  <a:schemeClr val="bg1"/>
                </a:solidFill>
                <a:ea typeface="+mn-lt"/>
                <a:cs typeface="+mn-lt"/>
              </a:rPr>
              <a:t>Device Compatibility will be tested to ensure the website is consistent across mobile, desktop and tablets.</a:t>
            </a:r>
            <a:endParaRPr lang="en-GB" sz="2000">
              <a:solidFill>
                <a:schemeClr val="bg1"/>
              </a:solidFill>
            </a:endParaRPr>
          </a:p>
        </p:txBody>
      </p:sp>
      <p:sp>
        <p:nvSpPr>
          <p:cNvPr id="57" name="Rectangle 56">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Detailed Guide on Compatibility Testing [Updated 2025]">
            <a:extLst>
              <a:ext uri="{FF2B5EF4-FFF2-40B4-BE49-F238E27FC236}">
                <a16:creationId xmlns:a16="http://schemas.microsoft.com/office/drawing/2014/main" id="{88A8B1B9-111F-2328-A289-DCEA17E0F079}"/>
              </a:ext>
            </a:extLst>
          </p:cNvPr>
          <p:cNvPicPr>
            <a:picLocks noChangeAspect="1"/>
          </p:cNvPicPr>
          <p:nvPr/>
        </p:nvPicPr>
        <p:blipFill>
          <a:blip r:embed="rId2"/>
          <a:srcRect l="12952" r="19307"/>
          <a:stretch/>
        </p:blipFill>
        <p:spPr>
          <a:xfrm>
            <a:off x="5977788" y="799352"/>
            <a:ext cx="5425410" cy="5259296"/>
          </a:xfrm>
          <a:prstGeom prst="rect">
            <a:avLst/>
          </a:prstGeom>
        </p:spPr>
      </p:pic>
    </p:spTree>
    <p:extLst>
      <p:ext uri="{BB962C8B-B14F-4D97-AF65-F5344CB8AC3E}">
        <p14:creationId xmlns:p14="http://schemas.microsoft.com/office/powerpoint/2010/main" val="32980404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E77A823-3376-DF65-59D6-D6455B52F494}"/>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8FB382-1EEF-217D-236A-921EE99F500A}"/>
              </a:ext>
            </a:extLst>
          </p:cNvPr>
          <p:cNvSpPr>
            <a:spLocks noGrp="1"/>
          </p:cNvSpPr>
          <p:nvPr>
            <p:ph type="title"/>
          </p:nvPr>
        </p:nvSpPr>
        <p:spPr>
          <a:xfrm>
            <a:off x="589560" y="856180"/>
            <a:ext cx="4560584" cy="1128068"/>
          </a:xfrm>
        </p:spPr>
        <p:txBody>
          <a:bodyPr anchor="ctr">
            <a:normAutofit/>
          </a:bodyPr>
          <a:lstStyle/>
          <a:p>
            <a:r>
              <a:rPr lang="en-GB" sz="3700">
                <a:solidFill>
                  <a:schemeClr val="bg1"/>
                </a:solidFill>
              </a:rPr>
              <a:t>Testing </a:t>
            </a:r>
            <a:r>
              <a:rPr lang="en-GB" sz="3700">
                <a:solidFill>
                  <a:schemeClr val="bg1"/>
                </a:solidFill>
                <a:ea typeface="+mj-lt"/>
                <a:cs typeface="+mj-lt"/>
              </a:rPr>
              <a:t>Responsiveness</a:t>
            </a:r>
            <a:endParaRPr lang="en-GB" sz="3700">
              <a:solidFill>
                <a:schemeClr val="bg1"/>
              </a:solidFill>
            </a:endParaRPr>
          </a:p>
        </p:txBody>
      </p:sp>
      <p:grpSp>
        <p:nvGrpSpPr>
          <p:cNvPr id="11" name="Group 10">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2" name="Rectangle 11">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9421C91-1599-BF60-5C4F-9D5A54ACC06E}"/>
              </a:ext>
            </a:extLst>
          </p:cNvPr>
          <p:cNvSpPr>
            <a:spLocks noGrp="1"/>
          </p:cNvSpPr>
          <p:nvPr>
            <p:ph idx="1"/>
          </p:nvPr>
        </p:nvSpPr>
        <p:spPr>
          <a:xfrm>
            <a:off x="590719" y="2330505"/>
            <a:ext cx="4559425" cy="3979585"/>
          </a:xfrm>
        </p:spPr>
        <p:txBody>
          <a:bodyPr vert="horz" lIns="91440" tIns="45720" rIns="91440" bIns="45720" rtlCol="0" anchor="ctr">
            <a:normAutofit/>
          </a:bodyPr>
          <a:lstStyle/>
          <a:p>
            <a:r>
              <a:rPr lang="en-GB" sz="2000">
                <a:solidFill>
                  <a:schemeClr val="bg1"/>
                </a:solidFill>
                <a:ea typeface="+mn-lt"/>
                <a:cs typeface="+mn-lt"/>
              </a:rPr>
              <a:t>Resizing the browser windows to observe how the web page reacts to sudden sizing changes; this ensures a seamless user experience across a range of devices.</a:t>
            </a:r>
          </a:p>
          <a:p>
            <a:endParaRPr lang="en-GB" sz="2000">
              <a:solidFill>
                <a:schemeClr val="bg1"/>
              </a:solidFill>
            </a:endParaRPr>
          </a:p>
          <a:p>
            <a:r>
              <a:rPr lang="en-GB" sz="2000">
                <a:solidFill>
                  <a:schemeClr val="bg1"/>
                </a:solidFill>
                <a:ea typeface="+mn-lt"/>
                <a:cs typeface="+mn-lt"/>
              </a:rPr>
              <a:t>Developer tools will be used to simulate various screen resolutions to ensure further compatibility with a range of different devices.</a:t>
            </a:r>
          </a:p>
        </p:txBody>
      </p:sp>
      <p:sp>
        <p:nvSpPr>
          <p:cNvPr id="17" name="Rectangle 16">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How to Test Your WordPress Website for Responsive Design">
            <a:extLst>
              <a:ext uri="{FF2B5EF4-FFF2-40B4-BE49-F238E27FC236}">
                <a16:creationId xmlns:a16="http://schemas.microsoft.com/office/drawing/2014/main" id="{F37B16FC-026A-9B79-FCD5-9C84CCDD247F}"/>
              </a:ext>
            </a:extLst>
          </p:cNvPr>
          <p:cNvPicPr>
            <a:picLocks noChangeAspect="1"/>
          </p:cNvPicPr>
          <p:nvPr/>
        </p:nvPicPr>
        <p:blipFill>
          <a:blip r:embed="rId2"/>
          <a:srcRect l="9269" r="21356" b="-1"/>
          <a:stretch/>
        </p:blipFill>
        <p:spPr>
          <a:xfrm>
            <a:off x="5977788" y="799352"/>
            <a:ext cx="5425410" cy="5259296"/>
          </a:xfrm>
          <a:prstGeom prst="rect">
            <a:avLst/>
          </a:prstGeom>
        </p:spPr>
      </p:pic>
    </p:spTree>
    <p:extLst>
      <p:ext uri="{BB962C8B-B14F-4D97-AF65-F5344CB8AC3E}">
        <p14:creationId xmlns:p14="http://schemas.microsoft.com/office/powerpoint/2010/main" val="33127714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9BEDE20-BB2E-B8C1-B535-5C43B7230F29}"/>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F687420-BEB4-45CD-8226-339BE553B8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30A6D4-BAB9-E9C9-03A2-802BEB57AADD}"/>
              </a:ext>
            </a:extLst>
          </p:cNvPr>
          <p:cNvSpPr>
            <a:spLocks noGrp="1"/>
          </p:cNvSpPr>
          <p:nvPr>
            <p:ph type="title"/>
          </p:nvPr>
        </p:nvSpPr>
        <p:spPr>
          <a:xfrm>
            <a:off x="645064" y="525982"/>
            <a:ext cx="4282983" cy="1200361"/>
          </a:xfrm>
        </p:spPr>
        <p:txBody>
          <a:bodyPr anchor="b">
            <a:normAutofit/>
          </a:bodyPr>
          <a:lstStyle/>
          <a:p>
            <a:r>
              <a:rPr lang="en-GB" sz="3600">
                <a:solidFill>
                  <a:schemeClr val="bg1"/>
                </a:solidFill>
              </a:rPr>
              <a:t>Testing  </a:t>
            </a:r>
            <a:br>
              <a:rPr lang="en-GB" sz="3600">
                <a:solidFill>
                  <a:schemeClr val="bg1"/>
                </a:solidFill>
              </a:rPr>
            </a:br>
            <a:r>
              <a:rPr lang="en-GB" sz="3600">
                <a:solidFill>
                  <a:schemeClr val="bg1"/>
                </a:solidFill>
              </a:rPr>
              <a:t>Accessibility</a:t>
            </a:r>
          </a:p>
        </p:txBody>
      </p:sp>
      <p:sp>
        <p:nvSpPr>
          <p:cNvPr id="11" name="Rectangle 10">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6FBE4EA-8CB5-5112-C8E1-C749A0C0AC34}"/>
              </a:ext>
            </a:extLst>
          </p:cNvPr>
          <p:cNvSpPr>
            <a:spLocks noGrp="1"/>
          </p:cNvSpPr>
          <p:nvPr>
            <p:ph idx="1"/>
          </p:nvPr>
        </p:nvSpPr>
        <p:spPr>
          <a:xfrm>
            <a:off x="615066" y="2469101"/>
            <a:ext cx="4282984" cy="3511943"/>
          </a:xfrm>
        </p:spPr>
        <p:txBody>
          <a:bodyPr vert="horz" lIns="91440" tIns="45720" rIns="91440" bIns="45720" rtlCol="0" anchor="ctr">
            <a:normAutofit/>
          </a:bodyPr>
          <a:lstStyle/>
          <a:p>
            <a:r>
              <a:rPr lang="en-GB" sz="1500">
                <a:solidFill>
                  <a:schemeClr val="bg1"/>
                </a:solidFill>
                <a:ea typeface="+mn-lt"/>
                <a:cs typeface="+mn-lt"/>
              </a:rPr>
              <a:t>The website will be tested to ensure it follows a clear content hierarchy with tags such as headings (e.g. &lt;h1&gt;, &lt;h2&gt;, &lt;h3&gt; etc.).</a:t>
            </a:r>
          </a:p>
          <a:p>
            <a:endParaRPr lang="en-GB" sz="1500">
              <a:solidFill>
                <a:schemeClr val="bg1"/>
              </a:solidFill>
            </a:endParaRPr>
          </a:p>
          <a:p>
            <a:r>
              <a:rPr lang="en-GB" sz="1500">
                <a:solidFill>
                  <a:schemeClr val="bg1"/>
                </a:solidFill>
                <a:ea typeface="+mn-lt"/>
                <a:cs typeface="+mn-lt"/>
              </a:rPr>
              <a:t>Images will be checked and tested using tools such as: NVDA to ensure alt text has been properly embedded within images and WAVE to ensure structure has been maintained.</a:t>
            </a:r>
            <a:endParaRPr lang="en-GB" sz="1500">
              <a:solidFill>
                <a:schemeClr val="bg1"/>
              </a:solidFill>
            </a:endParaRPr>
          </a:p>
          <a:p>
            <a:endParaRPr lang="en-GB" sz="1500">
              <a:solidFill>
                <a:schemeClr val="bg1"/>
              </a:solidFill>
            </a:endParaRPr>
          </a:p>
          <a:p>
            <a:r>
              <a:rPr lang="en-GB" sz="1500">
                <a:solidFill>
                  <a:schemeClr val="bg1"/>
                </a:solidFill>
                <a:ea typeface="+mn-lt"/>
                <a:cs typeface="+mn-lt"/>
              </a:rPr>
              <a:t>Keyboard Navigation will be tested manually to ensure it is possible to navigate the website through the exclusive use of the keyboard (e.g. Tab and Arrow Keys).</a:t>
            </a:r>
            <a:endParaRPr lang="en-GB" sz="1500">
              <a:solidFill>
                <a:schemeClr val="bg1"/>
              </a:solidFill>
            </a:endParaRPr>
          </a:p>
          <a:p>
            <a:endParaRPr lang="en-GB" sz="1500"/>
          </a:p>
          <a:p>
            <a:endParaRPr lang="en-GB" sz="1500"/>
          </a:p>
        </p:txBody>
      </p:sp>
      <p:sp>
        <p:nvSpPr>
          <p:cNvPr id="13" name="Rectangle 12">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What is Accessibility Testing: Examples, Types, Metrics | BrowserStack">
            <a:extLst>
              <a:ext uri="{FF2B5EF4-FFF2-40B4-BE49-F238E27FC236}">
                <a16:creationId xmlns:a16="http://schemas.microsoft.com/office/drawing/2014/main" id="{82382622-3F3F-648D-F2D9-808F0865CA46}"/>
              </a:ext>
            </a:extLst>
          </p:cNvPr>
          <p:cNvPicPr>
            <a:picLocks noChangeAspect="1"/>
          </p:cNvPicPr>
          <p:nvPr/>
        </p:nvPicPr>
        <p:blipFill>
          <a:blip r:embed="rId2"/>
          <a:stretch>
            <a:fillRect/>
          </a:stretch>
        </p:blipFill>
        <p:spPr>
          <a:xfrm>
            <a:off x="5975363" y="648000"/>
            <a:ext cx="5629275" cy="5334000"/>
          </a:xfrm>
          <a:prstGeom prst="rect">
            <a:avLst/>
          </a:prstGeom>
        </p:spPr>
      </p:pic>
    </p:spTree>
    <p:extLst>
      <p:ext uri="{BB962C8B-B14F-4D97-AF65-F5344CB8AC3E}">
        <p14:creationId xmlns:p14="http://schemas.microsoft.com/office/powerpoint/2010/main" val="15994621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04CA30A-88A6-8BA9-051B-498ED664BC04}"/>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174AF90C-8153-ED6C-9291-4E3AD933EF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FC57DDC-0A36-29BE-CDE4-B3B1849829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20318E5-9BEC-520D-4B60-B1120811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tx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31AC8B-9697-54A6-6EE9-9BC33F274614}"/>
              </a:ext>
            </a:extLst>
          </p:cNvPr>
          <p:cNvSpPr>
            <a:spLocks noGrp="1"/>
          </p:cNvSpPr>
          <p:nvPr>
            <p:ph type="title"/>
          </p:nvPr>
        </p:nvSpPr>
        <p:spPr>
          <a:xfrm>
            <a:off x="1524000" y="1293338"/>
            <a:ext cx="9144000" cy="3274592"/>
          </a:xfrm>
        </p:spPr>
        <p:txBody>
          <a:bodyPr vert="horz" lIns="91440" tIns="45720" rIns="91440" bIns="45720" rtlCol="0" anchor="ctr">
            <a:normAutofit/>
          </a:bodyPr>
          <a:lstStyle/>
          <a:p>
            <a:pPr algn="ctr"/>
            <a:r>
              <a:rPr lang="en-US" sz="7200">
                <a:solidFill>
                  <a:schemeClr val="bg1"/>
                </a:solidFill>
              </a:rPr>
              <a:t>Launch</a:t>
            </a:r>
            <a:endParaRPr lang="en-US" sz="7200" kern="1200">
              <a:solidFill>
                <a:schemeClr val="bg1"/>
              </a:solidFill>
              <a:latin typeface="+mj-lt"/>
              <a:ea typeface="+mj-ea"/>
              <a:cs typeface="+mj-cs"/>
            </a:endParaRPr>
          </a:p>
        </p:txBody>
      </p:sp>
      <p:cxnSp>
        <p:nvCxnSpPr>
          <p:cNvPr id="13" name="Straight Connector 12">
            <a:extLst>
              <a:ext uri="{FF2B5EF4-FFF2-40B4-BE49-F238E27FC236}">
                <a16:creationId xmlns:a16="http://schemas.microsoft.com/office/drawing/2014/main" id="{78F0D681-110E-9674-3444-3B236FC9CB2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75216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25652A7-FF4C-2A1E-EACF-5E0D60991272}"/>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A28D79-2DE6-3E91-3379-F57E8158F019}"/>
              </a:ext>
            </a:extLst>
          </p:cNvPr>
          <p:cNvSpPr>
            <a:spLocks noGrp="1"/>
          </p:cNvSpPr>
          <p:nvPr>
            <p:ph type="title"/>
          </p:nvPr>
        </p:nvSpPr>
        <p:spPr>
          <a:xfrm>
            <a:off x="589560" y="856180"/>
            <a:ext cx="4560584" cy="1128068"/>
          </a:xfrm>
        </p:spPr>
        <p:txBody>
          <a:bodyPr anchor="ctr">
            <a:normAutofit fontScale="90000"/>
          </a:bodyPr>
          <a:lstStyle/>
          <a:p>
            <a:r>
              <a:rPr lang="en-GB" sz="4000">
                <a:solidFill>
                  <a:schemeClr val="bg1"/>
                </a:solidFill>
              </a:rPr>
              <a:t>Launch </a:t>
            </a:r>
            <a:br>
              <a:rPr lang="en-GB" sz="4000">
                <a:solidFill>
                  <a:schemeClr val="bg1"/>
                </a:solidFill>
              </a:rPr>
            </a:br>
            <a:r>
              <a:rPr lang="en-GB" sz="4000">
                <a:solidFill>
                  <a:schemeClr val="bg1"/>
                </a:solidFill>
              </a:rPr>
              <a:t>Guidelines</a:t>
            </a:r>
            <a:endParaRPr lang="en-US" sz="4000">
              <a:solidFill>
                <a:schemeClr val="bg1"/>
              </a:solidFill>
            </a:endParaRPr>
          </a:p>
        </p:txBody>
      </p:sp>
      <p:grpSp>
        <p:nvGrpSpPr>
          <p:cNvPr id="28" name="Group 27">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29" name="Rectangle 28">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Rectangle 31">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9A755A1-4AF7-6A81-593C-2BF478314293}"/>
              </a:ext>
            </a:extLst>
          </p:cNvPr>
          <p:cNvSpPr>
            <a:spLocks noGrp="1"/>
          </p:cNvSpPr>
          <p:nvPr>
            <p:ph idx="1"/>
          </p:nvPr>
        </p:nvSpPr>
        <p:spPr>
          <a:xfrm>
            <a:off x="590719" y="2330505"/>
            <a:ext cx="4559425" cy="3979585"/>
          </a:xfrm>
        </p:spPr>
        <p:txBody>
          <a:bodyPr vert="horz" lIns="91440" tIns="45720" rIns="91440" bIns="45720" rtlCol="0" anchor="ctr">
            <a:normAutofit/>
          </a:bodyPr>
          <a:lstStyle/>
          <a:p>
            <a:r>
              <a:rPr lang="en-GB" sz="1400">
                <a:solidFill>
                  <a:schemeClr val="bg1"/>
                </a:solidFill>
              </a:rPr>
              <a:t>If an external database has been used security measures should be verified and tested before launch. </a:t>
            </a:r>
          </a:p>
          <a:p>
            <a:endParaRPr lang="en-GB" sz="1400">
              <a:solidFill>
                <a:schemeClr val="bg1"/>
              </a:solidFill>
            </a:endParaRPr>
          </a:p>
          <a:p>
            <a:r>
              <a:rPr lang="en-GB" sz="1400">
                <a:solidFill>
                  <a:schemeClr val="bg1"/>
                </a:solidFill>
              </a:rPr>
              <a:t>The website will be served over HTTPS to ensure the protection of user data and improve user trust. </a:t>
            </a:r>
          </a:p>
          <a:p>
            <a:endParaRPr lang="en-GB" sz="1400">
              <a:solidFill>
                <a:schemeClr val="bg1"/>
              </a:solidFill>
            </a:endParaRPr>
          </a:p>
          <a:p>
            <a:r>
              <a:rPr lang="en-GB" sz="1400">
                <a:solidFill>
                  <a:schemeClr val="bg1"/>
                </a:solidFill>
              </a:rPr>
              <a:t>A complete content review should be done on the website to verify there are no spelling mistakes, grammatical errors or inappropriate content on the web page. </a:t>
            </a:r>
          </a:p>
          <a:p>
            <a:endParaRPr lang="en-GB" sz="1400">
              <a:solidFill>
                <a:schemeClr val="bg1"/>
              </a:solidFill>
            </a:endParaRPr>
          </a:p>
          <a:p>
            <a:r>
              <a:rPr lang="en-GB" sz="1400">
                <a:solidFill>
                  <a:schemeClr val="bg1"/>
                </a:solidFill>
                <a:ea typeface="+mn-lt"/>
                <a:cs typeface="+mn-lt"/>
              </a:rPr>
              <a:t>A backup of the website and any external databases will be made and pushed to GitHub to ensure the existence of a recovery point if anything goes wrong. </a:t>
            </a:r>
            <a:endParaRPr lang="en-GB" sz="1400">
              <a:solidFill>
                <a:schemeClr val="bg1"/>
              </a:solidFill>
            </a:endParaRPr>
          </a:p>
          <a:p>
            <a:endParaRPr lang="en-GB" sz="1400"/>
          </a:p>
        </p:txBody>
      </p:sp>
      <p:sp>
        <p:nvSpPr>
          <p:cNvPr id="34" name="Rectangle 33">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Top 7 Strategies for a Successful Product Launch">
            <a:extLst>
              <a:ext uri="{FF2B5EF4-FFF2-40B4-BE49-F238E27FC236}">
                <a16:creationId xmlns:a16="http://schemas.microsoft.com/office/drawing/2014/main" id="{DA6145CE-3CC9-6295-2CCE-1EC517580217}"/>
              </a:ext>
            </a:extLst>
          </p:cNvPr>
          <p:cNvPicPr>
            <a:picLocks noChangeAspect="1"/>
          </p:cNvPicPr>
          <p:nvPr/>
        </p:nvPicPr>
        <p:blipFill>
          <a:blip r:embed="rId2"/>
          <a:srcRect l="18310" r="20311" b="1"/>
          <a:stretch/>
        </p:blipFill>
        <p:spPr>
          <a:xfrm>
            <a:off x="5977788" y="799352"/>
            <a:ext cx="5425410" cy="5259296"/>
          </a:xfrm>
          <a:prstGeom prst="rect">
            <a:avLst/>
          </a:prstGeom>
        </p:spPr>
      </p:pic>
    </p:spTree>
    <p:extLst>
      <p:ext uri="{BB962C8B-B14F-4D97-AF65-F5344CB8AC3E}">
        <p14:creationId xmlns:p14="http://schemas.microsoft.com/office/powerpoint/2010/main" val="34426179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63D1893-9A91-66BF-927C-F03BE05F6925}"/>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800F793A-F78E-0093-D686-AC9C157EB9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3E802E-8001-B909-C419-36DA4B253683}"/>
              </a:ext>
            </a:extLst>
          </p:cNvPr>
          <p:cNvSpPr>
            <a:spLocks noGrp="1"/>
          </p:cNvSpPr>
          <p:nvPr>
            <p:ph type="title"/>
          </p:nvPr>
        </p:nvSpPr>
        <p:spPr>
          <a:xfrm>
            <a:off x="589560" y="856180"/>
            <a:ext cx="4560584" cy="1128068"/>
          </a:xfrm>
        </p:spPr>
        <p:txBody>
          <a:bodyPr anchor="ctr">
            <a:normAutofit fontScale="90000"/>
          </a:bodyPr>
          <a:lstStyle/>
          <a:p>
            <a:r>
              <a:rPr lang="en-GB" sz="4000">
                <a:solidFill>
                  <a:schemeClr val="bg1"/>
                </a:solidFill>
              </a:rPr>
              <a:t>Post-Launch </a:t>
            </a:r>
            <a:br>
              <a:rPr lang="en-GB" sz="4000">
                <a:solidFill>
                  <a:schemeClr val="bg1"/>
                </a:solidFill>
              </a:rPr>
            </a:br>
            <a:r>
              <a:rPr lang="en-GB" sz="4000">
                <a:solidFill>
                  <a:schemeClr val="bg1"/>
                </a:solidFill>
              </a:rPr>
              <a:t>Support</a:t>
            </a:r>
            <a:endParaRPr lang="en-US" sz="4000">
              <a:solidFill>
                <a:schemeClr val="bg1"/>
              </a:solidFill>
            </a:endParaRPr>
          </a:p>
        </p:txBody>
      </p:sp>
      <p:grpSp>
        <p:nvGrpSpPr>
          <p:cNvPr id="28" name="Group 27">
            <a:extLst>
              <a:ext uri="{FF2B5EF4-FFF2-40B4-BE49-F238E27FC236}">
                <a16:creationId xmlns:a16="http://schemas.microsoft.com/office/drawing/2014/main" id="{B2B2F3AE-0C53-21CC-E650-D66CC7447C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29" name="Rectangle 28">
              <a:extLst>
                <a:ext uri="{FF2B5EF4-FFF2-40B4-BE49-F238E27FC236}">
                  <a16:creationId xmlns:a16="http://schemas.microsoft.com/office/drawing/2014/main" id="{07E57EFB-4F77-EEF4-E664-69B5D0E3F9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6B8B919D-542D-C65F-977E-C574E27E46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Rectangle 31">
            <a:extLst>
              <a:ext uri="{FF2B5EF4-FFF2-40B4-BE49-F238E27FC236}">
                <a16:creationId xmlns:a16="http://schemas.microsoft.com/office/drawing/2014/main" id="{6026ED8E-2C85-A398-1465-EF7BA501CA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1088570-0A75-BC6A-AA00-014A1A3E5DB4}"/>
              </a:ext>
            </a:extLst>
          </p:cNvPr>
          <p:cNvSpPr>
            <a:spLocks noGrp="1"/>
          </p:cNvSpPr>
          <p:nvPr>
            <p:ph idx="1"/>
          </p:nvPr>
        </p:nvSpPr>
        <p:spPr>
          <a:xfrm>
            <a:off x="590719" y="2330505"/>
            <a:ext cx="4559425" cy="3979585"/>
          </a:xfrm>
        </p:spPr>
        <p:txBody>
          <a:bodyPr vert="horz" lIns="91440" tIns="45720" rIns="91440" bIns="45720" rtlCol="0" anchor="ctr">
            <a:normAutofit/>
          </a:bodyPr>
          <a:lstStyle/>
          <a:p>
            <a:r>
              <a:rPr lang="en-GB" sz="1400">
                <a:solidFill>
                  <a:schemeClr val="bg1"/>
                </a:solidFill>
              </a:rPr>
              <a:t>Technical Troubleshooting, involving assisting the client with any unexpected issues with website performance</a:t>
            </a:r>
          </a:p>
          <a:p>
            <a:endParaRPr lang="en-GB" sz="1400">
              <a:solidFill>
                <a:schemeClr val="bg1"/>
              </a:solidFill>
            </a:endParaRPr>
          </a:p>
          <a:p>
            <a:r>
              <a:rPr lang="en-GB" sz="1400">
                <a:solidFill>
                  <a:schemeClr val="bg1"/>
                </a:solidFill>
              </a:rPr>
              <a:t>Regular Content updates as the Devon Dive brand progresses and wishes to expand</a:t>
            </a:r>
          </a:p>
          <a:p>
            <a:endParaRPr lang="en-GB" sz="1400">
              <a:solidFill>
                <a:schemeClr val="bg1"/>
              </a:solidFill>
            </a:endParaRPr>
          </a:p>
          <a:p>
            <a:r>
              <a:rPr lang="en-GB" sz="1400">
                <a:solidFill>
                  <a:schemeClr val="bg1"/>
                </a:solidFill>
              </a:rPr>
              <a:t>User Feedback analysis, assisting the client with collection of user data/reviews.</a:t>
            </a:r>
          </a:p>
          <a:p>
            <a:endParaRPr lang="en-GB" sz="1400">
              <a:solidFill>
                <a:schemeClr val="bg1"/>
              </a:solidFill>
            </a:endParaRPr>
          </a:p>
          <a:p>
            <a:r>
              <a:rPr lang="en-GB" sz="1400">
                <a:solidFill>
                  <a:schemeClr val="bg1"/>
                </a:solidFill>
              </a:rPr>
              <a:t>Regular Accessibility audits to ensure the website is compliant with the latest Web Content Accessibility Guidelines</a:t>
            </a:r>
          </a:p>
          <a:p>
            <a:endParaRPr lang="en-GB" sz="1400"/>
          </a:p>
        </p:txBody>
      </p:sp>
      <p:sp>
        <p:nvSpPr>
          <p:cNvPr id="34" name="Rectangle 33">
            <a:extLst>
              <a:ext uri="{FF2B5EF4-FFF2-40B4-BE49-F238E27FC236}">
                <a16:creationId xmlns:a16="http://schemas.microsoft.com/office/drawing/2014/main" id="{8CDC0529-9F96-A423-318E-7549F9B836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68319082-4AB7-5395-6DFB-1A05E81169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Top 7 Strategies for a Successful Product Launch">
            <a:extLst>
              <a:ext uri="{FF2B5EF4-FFF2-40B4-BE49-F238E27FC236}">
                <a16:creationId xmlns:a16="http://schemas.microsoft.com/office/drawing/2014/main" id="{4470631B-DE72-AC25-4B0B-8638303799C8}"/>
              </a:ext>
            </a:extLst>
          </p:cNvPr>
          <p:cNvPicPr>
            <a:picLocks noChangeAspect="1"/>
          </p:cNvPicPr>
          <p:nvPr/>
        </p:nvPicPr>
        <p:blipFill>
          <a:blip r:embed="rId3"/>
          <a:srcRect l="18310" r="20311" b="1"/>
          <a:stretch/>
        </p:blipFill>
        <p:spPr>
          <a:xfrm>
            <a:off x="5977788" y="799352"/>
            <a:ext cx="5425410" cy="5259296"/>
          </a:xfrm>
          <a:prstGeom prst="rect">
            <a:avLst/>
          </a:prstGeom>
        </p:spPr>
      </p:pic>
    </p:spTree>
    <p:extLst>
      <p:ext uri="{BB962C8B-B14F-4D97-AF65-F5344CB8AC3E}">
        <p14:creationId xmlns:p14="http://schemas.microsoft.com/office/powerpoint/2010/main" val="30795834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D69DC1B-4F51-34BD-50CE-452ED4C079BC}"/>
            </a:ext>
          </a:extLst>
        </p:cNvPr>
        <p:cNvGrpSpPr/>
        <p:nvPr/>
      </p:nvGrpSpPr>
      <p:grpSpPr>
        <a:xfrm>
          <a:off x="0" y="0"/>
          <a:ext cx="0" cy="0"/>
          <a:chOff x="0" y="0"/>
          <a:chExt cx="0" cy="0"/>
        </a:xfrm>
      </p:grpSpPr>
      <p:sp useBgFill="1">
        <p:nvSpPr>
          <p:cNvPr id="53" name="Rectangle 52">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142823-1A0E-0CEC-5A5B-E552700E22C2}"/>
              </a:ext>
            </a:extLst>
          </p:cNvPr>
          <p:cNvSpPr>
            <a:spLocks noGrp="1"/>
          </p:cNvSpPr>
          <p:nvPr>
            <p:ph type="title"/>
          </p:nvPr>
        </p:nvSpPr>
        <p:spPr>
          <a:xfrm>
            <a:off x="645064" y="525982"/>
            <a:ext cx="4282983" cy="1200361"/>
          </a:xfrm>
        </p:spPr>
        <p:txBody>
          <a:bodyPr anchor="b">
            <a:normAutofit/>
          </a:bodyPr>
          <a:lstStyle/>
          <a:p>
            <a:r>
              <a:rPr lang="en-GB" sz="3600">
                <a:solidFill>
                  <a:schemeClr val="bg1"/>
                </a:solidFill>
              </a:rPr>
              <a:t>Post-Launch Maintenance</a:t>
            </a:r>
            <a:endParaRPr lang="en-US" sz="3600">
              <a:solidFill>
                <a:schemeClr val="bg1"/>
              </a:solidFill>
            </a:endParaRPr>
          </a:p>
        </p:txBody>
      </p:sp>
      <p:sp>
        <p:nvSpPr>
          <p:cNvPr id="54" name="Rectangle 53">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D5C87DD-11E0-B256-A4FB-4D236A515744}"/>
              </a:ext>
            </a:extLst>
          </p:cNvPr>
          <p:cNvSpPr>
            <a:spLocks noGrp="1"/>
          </p:cNvSpPr>
          <p:nvPr>
            <p:ph idx="1"/>
          </p:nvPr>
        </p:nvSpPr>
        <p:spPr>
          <a:xfrm>
            <a:off x="645066" y="2031101"/>
            <a:ext cx="4282984" cy="3511943"/>
          </a:xfrm>
        </p:spPr>
        <p:txBody>
          <a:bodyPr vert="horz" lIns="91440" tIns="45720" rIns="91440" bIns="45720" rtlCol="0" anchor="ctr">
            <a:normAutofit/>
          </a:bodyPr>
          <a:lstStyle/>
          <a:p>
            <a:r>
              <a:rPr lang="en-GB" sz="1400">
                <a:solidFill>
                  <a:schemeClr val="bg1"/>
                </a:solidFill>
              </a:rPr>
              <a:t>Regularly applying software updates. Keeping libraries up to date alongside any plugins and third part tools.</a:t>
            </a:r>
          </a:p>
          <a:p>
            <a:endParaRPr lang="en-GB" sz="1400">
              <a:solidFill>
                <a:schemeClr val="bg1"/>
              </a:solidFill>
            </a:endParaRPr>
          </a:p>
          <a:p>
            <a:r>
              <a:rPr lang="en-GB" sz="1400">
                <a:solidFill>
                  <a:schemeClr val="bg1"/>
                </a:solidFill>
              </a:rPr>
              <a:t>Regular Security monitoring and patching to prevent data breaches and protection of client information.</a:t>
            </a:r>
          </a:p>
          <a:p>
            <a:endParaRPr lang="en-GB" sz="1400">
              <a:solidFill>
                <a:schemeClr val="bg1"/>
              </a:solidFill>
            </a:endParaRPr>
          </a:p>
          <a:p>
            <a:r>
              <a:rPr lang="en-GB" sz="1400">
                <a:solidFill>
                  <a:schemeClr val="bg1"/>
                </a:solidFill>
              </a:rPr>
              <a:t>User Feedback analysis, assisting the client with collection of user data/reviews.</a:t>
            </a:r>
          </a:p>
          <a:p>
            <a:endParaRPr lang="en-GB" sz="1400">
              <a:solidFill>
                <a:schemeClr val="bg1"/>
              </a:solidFill>
            </a:endParaRPr>
          </a:p>
          <a:p>
            <a:r>
              <a:rPr lang="en-GB" sz="1400">
                <a:solidFill>
                  <a:schemeClr val="bg1"/>
                </a:solidFill>
              </a:rPr>
              <a:t>Schedules backups of site files and information for asset loss prevention</a:t>
            </a:r>
          </a:p>
          <a:p>
            <a:endParaRPr lang="en-GB" sz="1400"/>
          </a:p>
        </p:txBody>
      </p:sp>
      <p:sp>
        <p:nvSpPr>
          <p:cNvPr id="45" name="Rectangle 44">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Website Support &amp; Maintenance - Combined Media">
            <a:extLst>
              <a:ext uri="{FF2B5EF4-FFF2-40B4-BE49-F238E27FC236}">
                <a16:creationId xmlns:a16="http://schemas.microsoft.com/office/drawing/2014/main" id="{68F120CC-8632-963E-FBB7-185B5BAE1049}"/>
              </a:ext>
            </a:extLst>
          </p:cNvPr>
          <p:cNvPicPr>
            <a:picLocks noChangeAspect="1"/>
          </p:cNvPicPr>
          <p:nvPr/>
        </p:nvPicPr>
        <p:blipFill>
          <a:blip r:embed="rId3"/>
          <a:stretch>
            <a:fillRect/>
          </a:stretch>
        </p:blipFill>
        <p:spPr>
          <a:xfrm>
            <a:off x="5987738" y="1434214"/>
            <a:ext cx="5628018" cy="3756701"/>
          </a:xfrm>
          <a:prstGeom prst="rect">
            <a:avLst/>
          </a:prstGeom>
        </p:spPr>
      </p:pic>
    </p:spTree>
    <p:extLst>
      <p:ext uri="{BB962C8B-B14F-4D97-AF65-F5344CB8AC3E}">
        <p14:creationId xmlns:p14="http://schemas.microsoft.com/office/powerpoint/2010/main" val="40482021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08ea6e35-fc1e-442b-8d5d-fb64c27ffa09}" enabled="0" method="" siteId="{08ea6e35-fc1e-442b-8d5d-fb64c27ffa09}" removed="1"/>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39</Slides>
  <Notes>4</Notes>
  <HiddenSlides>0</HiddenSlides>
  <ScaleCrop>false</ScaleCrop>
  <HeadingPairs>
    <vt:vector size="4" baseType="variant">
      <vt:variant>
        <vt:lpstr>Theme</vt:lpstr>
      </vt:variant>
      <vt:variant>
        <vt:i4>2</vt:i4>
      </vt:variant>
      <vt:variant>
        <vt:lpstr>Slide Titles</vt:lpstr>
      </vt:variant>
      <vt:variant>
        <vt:i4>39</vt:i4>
      </vt:variant>
    </vt:vector>
  </HeadingPairs>
  <TitlesOfParts>
    <vt:vector size="41" baseType="lpstr">
      <vt:lpstr>Office Theme</vt:lpstr>
      <vt:lpstr>1_office theme</vt:lpstr>
      <vt:lpstr>Devon Dive Adventures</vt:lpstr>
      <vt:lpstr>Requirements</vt:lpstr>
      <vt:lpstr>Requirements</vt:lpstr>
      <vt:lpstr>Requirements</vt:lpstr>
      <vt:lpstr>Requirements</vt:lpstr>
      <vt:lpstr>Requirements</vt:lpstr>
      <vt:lpstr>Design Decisions</vt:lpstr>
      <vt:lpstr>Design Decisions</vt:lpstr>
      <vt:lpstr>Design Decisions</vt:lpstr>
      <vt:lpstr>Design Decisions</vt:lpstr>
      <vt:lpstr>Design Decisions</vt:lpstr>
      <vt:lpstr>Design Decisions</vt:lpstr>
      <vt:lpstr>Design Decisions</vt:lpstr>
      <vt:lpstr>Design Decisions</vt:lpstr>
      <vt:lpstr>Design Decisions</vt:lpstr>
      <vt:lpstr>Design Decisions</vt:lpstr>
      <vt:lpstr>Design Decisions</vt:lpstr>
      <vt:lpstr>Design Decisions</vt:lpstr>
      <vt:lpstr>Design Decisions</vt:lpstr>
      <vt:lpstr>Design Decisions</vt:lpstr>
      <vt:lpstr>Extra Considerations</vt:lpstr>
      <vt:lpstr>Extra Considerations</vt:lpstr>
      <vt:lpstr>Extra Considerations</vt:lpstr>
      <vt:lpstr>Extra Considerations</vt:lpstr>
      <vt:lpstr>Extra Considerations</vt:lpstr>
      <vt:lpstr>PowerPoint Presentation</vt:lpstr>
      <vt:lpstr>Site map and layout</vt:lpstr>
      <vt:lpstr>colour scheme </vt:lpstr>
      <vt:lpstr>PowerPoint Presentation</vt:lpstr>
      <vt:lpstr>PowerPoint Presentation</vt:lpstr>
      <vt:lpstr>Testing</vt:lpstr>
      <vt:lpstr>Testing   Functionality</vt:lpstr>
      <vt:lpstr>Testing   Compatibility</vt:lpstr>
      <vt:lpstr>Testing Responsiveness</vt:lpstr>
      <vt:lpstr>Testing   Accessibility</vt:lpstr>
      <vt:lpstr>Launch</vt:lpstr>
      <vt:lpstr>Launch  Guidelines</vt:lpstr>
      <vt:lpstr>Post-Launch  Support</vt:lpstr>
      <vt:lpstr>Post-Launch Maintenance</vt:lpstr>
    </vt:vector>
  </TitlesOfParts>
  <Company>Truro and Penwith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Fin Jackman (Student)</dc:creator>
  <cp:revision>1</cp:revision>
  <dcterms:created xsi:type="dcterms:W3CDTF">2025-04-29T11:28:47Z</dcterms:created>
  <dcterms:modified xsi:type="dcterms:W3CDTF">2025-05-06T14:53:51Z</dcterms:modified>
</cp:coreProperties>
</file>