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B3473A-0963-4568-B355-DD33B47C8679}" v="1" dt="2025-04-29T11:32:25.1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n Jackman (Student)" userId="cb3da047-b560-4041-9c27-a3c26284a4ab" providerId="ADAL" clId="{F4B3473A-0963-4568-B355-DD33B47C8679}"/>
    <pc:docChg chg="custSel addSld delSld modSld">
      <pc:chgData name="Fin Jackman (Student)" userId="cb3da047-b560-4041-9c27-a3c26284a4ab" providerId="ADAL" clId="{F4B3473A-0963-4568-B355-DD33B47C8679}" dt="2025-04-29T11:32:30.879" v="139" actId="1076"/>
      <pc:docMkLst>
        <pc:docMk/>
      </pc:docMkLst>
      <pc:sldChg chg="modSp new mod">
        <pc:chgData name="Fin Jackman (Student)" userId="cb3da047-b560-4041-9c27-a3c26284a4ab" providerId="ADAL" clId="{F4B3473A-0963-4568-B355-DD33B47C8679}" dt="2025-04-29T11:29:21.142" v="25" actId="20577"/>
        <pc:sldMkLst>
          <pc:docMk/>
          <pc:sldMk cId="1046822594" sldId="256"/>
        </pc:sldMkLst>
        <pc:spChg chg="mod">
          <ac:chgData name="Fin Jackman (Student)" userId="cb3da047-b560-4041-9c27-a3c26284a4ab" providerId="ADAL" clId="{F4B3473A-0963-4568-B355-DD33B47C8679}" dt="2025-04-29T11:29:21.142" v="25" actId="20577"/>
          <ac:spMkLst>
            <pc:docMk/>
            <pc:sldMk cId="1046822594" sldId="256"/>
            <ac:spMk id="2" creationId="{09811D76-1CD6-9F07-2CA3-8D9888A38DC1}"/>
          </ac:spMkLst>
        </pc:spChg>
      </pc:sldChg>
      <pc:sldChg chg="modSp new mod">
        <pc:chgData name="Fin Jackman (Student)" userId="cb3da047-b560-4041-9c27-a3c26284a4ab" providerId="ADAL" clId="{F4B3473A-0963-4568-B355-DD33B47C8679}" dt="2025-04-29T11:29:39.623" v="40" actId="20577"/>
        <pc:sldMkLst>
          <pc:docMk/>
          <pc:sldMk cId="3333866716" sldId="257"/>
        </pc:sldMkLst>
        <pc:spChg chg="mod">
          <ac:chgData name="Fin Jackman (Student)" userId="cb3da047-b560-4041-9c27-a3c26284a4ab" providerId="ADAL" clId="{F4B3473A-0963-4568-B355-DD33B47C8679}" dt="2025-04-29T11:29:39.623" v="40" actId="20577"/>
          <ac:spMkLst>
            <pc:docMk/>
            <pc:sldMk cId="3333866716" sldId="257"/>
            <ac:spMk id="2" creationId="{EC906C52-F0C8-411B-D75C-D994ED5161FE}"/>
          </ac:spMkLst>
        </pc:spChg>
      </pc:sldChg>
      <pc:sldChg chg="modSp new mod">
        <pc:chgData name="Fin Jackman (Student)" userId="cb3da047-b560-4041-9c27-a3c26284a4ab" providerId="ADAL" clId="{F4B3473A-0963-4568-B355-DD33B47C8679}" dt="2025-04-29T11:29:51.770" v="55" actId="20577"/>
        <pc:sldMkLst>
          <pc:docMk/>
          <pc:sldMk cId="44964320" sldId="258"/>
        </pc:sldMkLst>
        <pc:spChg chg="mod">
          <ac:chgData name="Fin Jackman (Student)" userId="cb3da047-b560-4041-9c27-a3c26284a4ab" providerId="ADAL" clId="{F4B3473A-0963-4568-B355-DD33B47C8679}" dt="2025-04-29T11:29:51.770" v="55" actId="20577"/>
          <ac:spMkLst>
            <pc:docMk/>
            <pc:sldMk cId="44964320" sldId="258"/>
            <ac:spMk id="2" creationId="{0FDBEC6F-AAD5-8DDB-121D-B64C15253779}"/>
          </ac:spMkLst>
        </pc:spChg>
      </pc:sldChg>
      <pc:sldChg chg="modSp new mod">
        <pc:chgData name="Fin Jackman (Student)" userId="cb3da047-b560-4041-9c27-a3c26284a4ab" providerId="ADAL" clId="{F4B3473A-0963-4568-B355-DD33B47C8679}" dt="2025-04-29T11:30:25.245" v="79" actId="20577"/>
        <pc:sldMkLst>
          <pc:docMk/>
          <pc:sldMk cId="4286676401" sldId="259"/>
        </pc:sldMkLst>
        <pc:spChg chg="mod">
          <ac:chgData name="Fin Jackman (Student)" userId="cb3da047-b560-4041-9c27-a3c26284a4ab" providerId="ADAL" clId="{F4B3473A-0963-4568-B355-DD33B47C8679}" dt="2025-04-29T11:30:25.245" v="79" actId="20577"/>
          <ac:spMkLst>
            <pc:docMk/>
            <pc:sldMk cId="4286676401" sldId="259"/>
            <ac:spMk id="2" creationId="{B23CB7BA-AE53-70D9-CB8D-7C68B5AB864A}"/>
          </ac:spMkLst>
        </pc:spChg>
      </pc:sldChg>
      <pc:sldChg chg="addSp delSp modSp new mod">
        <pc:chgData name="Fin Jackman (Student)" userId="cb3da047-b560-4041-9c27-a3c26284a4ab" providerId="ADAL" clId="{F4B3473A-0963-4568-B355-DD33B47C8679}" dt="2025-04-29T11:32:30.879" v="139" actId="1076"/>
        <pc:sldMkLst>
          <pc:docMk/>
          <pc:sldMk cId="1877648042" sldId="260"/>
        </pc:sldMkLst>
        <pc:spChg chg="mod">
          <ac:chgData name="Fin Jackman (Student)" userId="cb3da047-b560-4041-9c27-a3c26284a4ab" providerId="ADAL" clId="{F4B3473A-0963-4568-B355-DD33B47C8679}" dt="2025-04-29T11:30:39.040" v="115" actId="20577"/>
          <ac:spMkLst>
            <pc:docMk/>
            <pc:sldMk cId="1877648042" sldId="260"/>
            <ac:spMk id="2" creationId="{28F946AC-8716-CE0B-E570-052E313B9495}"/>
          </ac:spMkLst>
        </pc:spChg>
        <pc:spChg chg="del">
          <ac:chgData name="Fin Jackman (Student)" userId="cb3da047-b560-4041-9c27-a3c26284a4ab" providerId="ADAL" clId="{F4B3473A-0963-4568-B355-DD33B47C8679}" dt="2025-04-29T11:32:25.173" v="135"/>
          <ac:spMkLst>
            <pc:docMk/>
            <pc:sldMk cId="1877648042" sldId="260"/>
            <ac:spMk id="3" creationId="{F46B2EA6-5B01-044A-83EF-8FB0AF570509}"/>
          </ac:spMkLst>
        </pc:spChg>
        <pc:picChg chg="add mod">
          <ac:chgData name="Fin Jackman (Student)" userId="cb3da047-b560-4041-9c27-a3c26284a4ab" providerId="ADAL" clId="{F4B3473A-0963-4568-B355-DD33B47C8679}" dt="2025-04-29T11:32:30.879" v="139" actId="1076"/>
          <ac:picMkLst>
            <pc:docMk/>
            <pc:sldMk cId="1877648042" sldId="260"/>
            <ac:picMk id="5" creationId="{828DEA19-2E5F-454B-D55E-2062F0E991C2}"/>
          </ac:picMkLst>
        </pc:picChg>
      </pc:sldChg>
      <pc:sldChg chg="modSp new mod">
        <pc:chgData name="Fin Jackman (Student)" userId="cb3da047-b560-4041-9c27-a3c26284a4ab" providerId="ADAL" clId="{F4B3473A-0963-4568-B355-DD33B47C8679}" dt="2025-04-29T11:31:00.508" v="134" actId="20577"/>
        <pc:sldMkLst>
          <pc:docMk/>
          <pc:sldMk cId="669762825" sldId="261"/>
        </pc:sldMkLst>
        <pc:spChg chg="mod">
          <ac:chgData name="Fin Jackman (Student)" userId="cb3da047-b560-4041-9c27-a3c26284a4ab" providerId="ADAL" clId="{F4B3473A-0963-4568-B355-DD33B47C8679}" dt="2025-04-29T11:31:00.508" v="134" actId="20577"/>
          <ac:spMkLst>
            <pc:docMk/>
            <pc:sldMk cId="669762825" sldId="261"/>
            <ac:spMk id="2" creationId="{4C9296BC-A6F2-C44E-DA63-4283145EDE78}"/>
          </ac:spMkLst>
        </pc:spChg>
      </pc:sldChg>
      <pc:sldChg chg="new del">
        <pc:chgData name="Fin Jackman (Student)" userId="cb3da047-b560-4041-9c27-a3c26284a4ab" providerId="ADAL" clId="{F4B3473A-0963-4568-B355-DD33B47C8679}" dt="2025-04-29T11:30:52.185" v="117" actId="47"/>
        <pc:sldMkLst>
          <pc:docMk/>
          <pc:sldMk cId="4283812209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27D4-0F42-5948-D76C-2669C32FA9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F93969-3832-281C-90C5-4ADE4877E8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2C208-A802-E665-644B-EE87FAA7E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7F11C-AC50-3599-545B-889330288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95C70-65DC-E527-6E6C-3F42FDEE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660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5169A-A50A-0DA5-A387-77B68801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BEFEE-2815-ECBA-5DEF-A4DA3B1E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29AEF-616D-5455-03BF-ADBAC9D6D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2F7C2-E17C-1DA1-EE53-911EEF31E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B0C23-6572-5BBA-F3E8-9D9A5E1FE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0105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DCC82-9B20-186F-EE37-4FB059B4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409E5-01CC-DBB2-17CA-159CCCF144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D573B-D6B3-E380-2C08-1098C60DA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E7BF3-3863-6155-BBE0-1418334D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AD6D4-8AF5-DAC9-A9FB-2ACD312B1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458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DB205-486A-4083-7124-5F45A0934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40B29-64D5-F6F9-C7FA-5077E6DC1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DC51FD-E458-FD1F-86D3-A8BC2C3B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A87AD-F597-7451-9C39-68A53E740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2FE7D-BBA9-A7F4-2E4C-3D513171E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CECDA0-56BE-14AC-CAED-D27E4C36D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709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C4F2-7182-8E57-21D2-656536CA4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C475-B4EC-AE19-6C7C-031C44C3C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01D08-9964-EE6D-C95C-DF19C51CE4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9C5B-BCB3-78A1-083B-5ECDB01F6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0ADF8C-BE7D-4FEA-ADFF-D6DDF30AEB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3C56B5-5026-2C8E-EF83-D2B649E3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1ACF23-E65E-C8FD-BAF3-9B7904E01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67BF3B-A410-C905-E8E2-9D87FD641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41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D264-CCDA-83DF-9B35-4B7E7FB4C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E2F273-521B-36B7-E2A9-6AEFC3B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20F4B-804D-5E03-09B6-FADAB62D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94CFD8-B705-A5BF-872B-CC90ECE1B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014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9ABE35-F029-28C4-761D-9D5873843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4E8F4E-C1F5-2166-0364-C138DBBF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F5ADA-0DEB-EED7-5E50-16DED4E53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242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1A902-E75C-B041-4A78-DA9AD7FFA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331BC-1805-9271-F5F8-CA1A5191B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E7C97-5454-CB75-41C4-1C3842DC5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75BA4-88AF-14FE-FD3D-482295E0E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372A24-1842-3BBA-D398-6B08913BC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27858-D09F-6336-BCA6-080B47CE1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3267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6C5B8-CC04-A3D4-944C-E7CCBCCAE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0AFFC4-3A89-BD54-B604-8E8F3933F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5C60D6-3FEE-1000-7FC9-EB30A23056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FE57FF-BFD6-6825-7738-131CE6180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34271-2F61-935A-4B56-4D1EA51B7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B95316-06BB-84D6-4C32-DC30AACF2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76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97127-C7A3-EBEA-8049-11DCB894F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8D262-369D-31C8-A79B-80B7E5372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4F169-7F00-3BE0-807D-CBD241DE7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0727A-7C16-006E-8C2D-F163E08DB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C310D-F705-7DED-1204-B5154939F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448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8FD21E-385D-EBB1-350B-625CFA9CD2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0843E-9DD4-5AC3-B64F-2671B42D10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87EA35-790F-BB28-089A-9585DB6C0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1936-A86E-998C-9C7D-F0AC527AB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1E979-99E7-BF74-71A3-1576FA6BB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477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10567C-AD6D-9F47-F9A8-88DF433C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EBFF8-465E-0443-CAAE-974E19B008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D3E47-8B18-14FE-665D-498A48B0E3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87569-6421-4B39-8B86-5C877055F06E}" type="datetimeFigureOut">
              <a:rPr lang="en-GB" smtClean="0"/>
              <a:t>29/04/2025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B2635-906A-3F3D-E3DA-28695C9559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34A01-576E-9F66-7A65-F04C42FBB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009CAE-134D-4640-93C5-73E9C1D1B8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352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11D76-1CD6-9F07-2CA3-8D9888A38D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Devon dive Adventures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DE4019-DAEF-8118-B41D-D46BA0B3A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822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06C52-F0C8-411B-D75C-D994ED516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71BD6-69EA-7E04-78F0-162A2BA63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866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BEC6F-AAD5-8DDB-121D-B64C15253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Acessibility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C6AE6-CD16-54C5-221A-575FEC098D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64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CB7BA-AE53-70D9-CB8D-7C68B5AB8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 of website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C31E6-7A42-E030-3859-DEF38BED9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667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946AC-8716-CE0B-E570-052E313B9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Site map and layout</a:t>
            </a:r>
          </a:p>
        </p:txBody>
      </p:sp>
      <p:pic>
        <p:nvPicPr>
          <p:cNvPr id="5" name="Content Placeholder 4" descr="A diagram of a company&#10;&#10;Description automatically generated">
            <a:extLst>
              <a:ext uri="{FF2B5EF4-FFF2-40B4-BE49-F238E27FC236}">
                <a16:creationId xmlns:a16="http://schemas.microsoft.com/office/drawing/2014/main" id="{828DEA19-2E5F-454B-D55E-2062F0E99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452" y="1347603"/>
            <a:ext cx="8789271" cy="5145272"/>
          </a:xfrm>
        </p:spPr>
      </p:pic>
    </p:spTree>
    <p:extLst>
      <p:ext uri="{BB962C8B-B14F-4D97-AF65-F5344CB8AC3E}">
        <p14:creationId xmlns:p14="http://schemas.microsoft.com/office/powerpoint/2010/main" val="1877648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296BC-A6F2-C44E-DA63-4283145ED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3F375-BE4C-3587-7CCC-7D1231AA95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762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ea6e35-fc1e-442b-8d5d-fb64c27ffa09}" enabled="0" method="" siteId="{08ea6e35-fc1e-442b-8d5d-fb64c27ffa0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</Words>
  <Application>Microsoft Office PowerPoint</Application>
  <PresentationFormat>Widescreen</PresentationFormat>
  <Paragraphs>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Devon dive Adventures</vt:lpstr>
      <vt:lpstr>Requirements</vt:lpstr>
      <vt:lpstr>Acessibility</vt:lpstr>
      <vt:lpstr>Design of website</vt:lpstr>
      <vt:lpstr>Site map and layout</vt:lpstr>
      <vt:lpstr>Testing</vt:lpstr>
    </vt:vector>
  </TitlesOfParts>
  <Company>Truro and Penwith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 Jackman (Student)</dc:creator>
  <cp:lastModifiedBy>Fin Jackman (Student)</cp:lastModifiedBy>
  <cp:revision>1</cp:revision>
  <dcterms:created xsi:type="dcterms:W3CDTF">2025-04-29T11:28:47Z</dcterms:created>
  <dcterms:modified xsi:type="dcterms:W3CDTF">2025-04-29T11:32:35Z</dcterms:modified>
</cp:coreProperties>
</file>